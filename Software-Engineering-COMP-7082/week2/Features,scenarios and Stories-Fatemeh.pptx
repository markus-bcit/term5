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306" r:id="rId3"/>
    <p:sldId id="257" r:id="rId4"/>
    <p:sldId id="258" r:id="rId5"/>
    <p:sldId id="259" r:id="rId6"/>
    <p:sldId id="262" r:id="rId7"/>
    <p:sldId id="263" r:id="rId8"/>
    <p:sldId id="260" r:id="rId9"/>
    <p:sldId id="261" r:id="rId10"/>
    <p:sldId id="268" r:id="rId11"/>
    <p:sldId id="264" r:id="rId12"/>
    <p:sldId id="265" r:id="rId13"/>
    <p:sldId id="266" r:id="rId14"/>
    <p:sldId id="267" r:id="rId15"/>
    <p:sldId id="270" r:id="rId16"/>
    <p:sldId id="269" r:id="rId17"/>
    <p:sldId id="274" r:id="rId18"/>
    <p:sldId id="275" r:id="rId19"/>
    <p:sldId id="276" r:id="rId20"/>
    <p:sldId id="277" r:id="rId21"/>
    <p:sldId id="278" r:id="rId22"/>
    <p:sldId id="289" r:id="rId23"/>
    <p:sldId id="290" r:id="rId24"/>
    <p:sldId id="293" r:id="rId25"/>
    <p:sldId id="294" r:id="rId26"/>
    <p:sldId id="295" r:id="rId27"/>
    <p:sldId id="296" r:id="rId28"/>
    <p:sldId id="297" r:id="rId29"/>
    <p:sldId id="298" r:id="rId30"/>
    <p:sldId id="299" r:id="rId31"/>
    <p:sldId id="300" r:id="rId32"/>
    <p:sldId id="301" r:id="rId33"/>
    <p:sldId id="304" r:id="rId34"/>
    <p:sldId id="302" r:id="rId35"/>
    <p:sldId id="303" r:id="rId36"/>
    <p:sldId id="305" r:id="rId37"/>
    <p:sldId id="271" r:id="rId38"/>
    <p:sldId id="273" r:id="rId39"/>
    <p:sldId id="272" r:id="rId40"/>
    <p:sldId id="28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4226" autoAdjust="0"/>
  </p:normalViewPr>
  <p:slideViewPr>
    <p:cSldViewPr snapToGrid="0">
      <p:cViewPr varScale="1">
        <p:scale>
          <a:sx n="62" d="100"/>
          <a:sy n="62" d="100"/>
        </p:scale>
        <p:origin x="139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h Riahi" userId="74741997-fb4f-4f28-9311-b07723505439" providerId="ADAL" clId="{AB21BB4D-3782-4C4A-867F-5D8303270E2C}"/>
    <pc:docChg chg="custSel modSld">
      <pc:chgData name="Fatemeh Riahi" userId="74741997-fb4f-4f28-9311-b07723505439" providerId="ADAL" clId="{AB21BB4D-3782-4C4A-867F-5D8303270E2C}" dt="2025-01-16T21:19:44.153" v="35" actId="20577"/>
      <pc:docMkLst>
        <pc:docMk/>
      </pc:docMkLst>
      <pc:sldChg chg="addSp modSp mod setBg">
        <pc:chgData name="Fatemeh Riahi" userId="74741997-fb4f-4f28-9311-b07723505439" providerId="ADAL" clId="{AB21BB4D-3782-4C4A-867F-5D8303270E2C}" dt="2025-01-16T21:15:32.604" v="1" actId="26606"/>
        <pc:sldMkLst>
          <pc:docMk/>
          <pc:sldMk cId="2215679219" sldId="258"/>
        </pc:sldMkLst>
        <pc:spChg chg="mod">
          <ac:chgData name="Fatemeh Riahi" userId="74741997-fb4f-4f28-9311-b07723505439" providerId="ADAL" clId="{AB21BB4D-3782-4C4A-867F-5D8303270E2C}" dt="2025-01-16T21:15:32.604" v="1" actId="26606"/>
          <ac:spMkLst>
            <pc:docMk/>
            <pc:sldMk cId="2215679219" sldId="258"/>
            <ac:spMk id="2" creationId="{88E6C056-34FF-8CCE-EFC6-6ED661B51264}"/>
          </ac:spMkLst>
        </pc:spChg>
        <pc:spChg chg="mod">
          <ac:chgData name="Fatemeh Riahi" userId="74741997-fb4f-4f28-9311-b07723505439" providerId="ADAL" clId="{AB21BB4D-3782-4C4A-867F-5D8303270E2C}" dt="2025-01-16T21:15:32.604" v="1" actId="26606"/>
          <ac:spMkLst>
            <pc:docMk/>
            <pc:sldMk cId="2215679219" sldId="258"/>
            <ac:spMk id="3" creationId="{3E791E84-3445-B1A6-E2D0-885C01490E0D}"/>
          </ac:spMkLst>
        </pc:spChg>
        <pc:spChg chg="add">
          <ac:chgData name="Fatemeh Riahi" userId="74741997-fb4f-4f28-9311-b07723505439" providerId="ADAL" clId="{AB21BB4D-3782-4C4A-867F-5D8303270E2C}" dt="2025-01-16T21:15:32.604" v="1" actId="26606"/>
          <ac:spMkLst>
            <pc:docMk/>
            <pc:sldMk cId="2215679219" sldId="258"/>
            <ac:spMk id="8" creationId="{DAF1966E-FD40-4A4A-B61B-C4DF7FA05F06}"/>
          </ac:spMkLst>
        </pc:spChg>
        <pc:spChg chg="add">
          <ac:chgData name="Fatemeh Riahi" userId="74741997-fb4f-4f28-9311-b07723505439" providerId="ADAL" clId="{AB21BB4D-3782-4C4A-867F-5D8303270E2C}" dt="2025-01-16T21:15:32.604" v="1" actId="26606"/>
          <ac:spMkLst>
            <pc:docMk/>
            <pc:sldMk cId="2215679219" sldId="258"/>
            <ac:spMk id="10" creationId="{047BFA19-D45E-416B-A404-7AF2F3F27017}"/>
          </ac:spMkLst>
        </pc:spChg>
        <pc:spChg chg="add">
          <ac:chgData name="Fatemeh Riahi" userId="74741997-fb4f-4f28-9311-b07723505439" providerId="ADAL" clId="{AB21BB4D-3782-4C4A-867F-5D8303270E2C}" dt="2025-01-16T21:15:32.604" v="1" actId="26606"/>
          <ac:spMkLst>
            <pc:docMk/>
            <pc:sldMk cId="2215679219" sldId="258"/>
            <ac:spMk id="12" creationId="{8E0105E7-23DB-4CF2-8258-FF47C7620F6E}"/>
          </ac:spMkLst>
        </pc:spChg>
        <pc:spChg chg="add">
          <ac:chgData name="Fatemeh Riahi" userId="74741997-fb4f-4f28-9311-b07723505439" providerId="ADAL" clId="{AB21BB4D-3782-4C4A-867F-5D8303270E2C}" dt="2025-01-16T21:15:32.604" v="1" actId="26606"/>
          <ac:spMkLst>
            <pc:docMk/>
            <pc:sldMk cId="2215679219" sldId="258"/>
            <ac:spMk id="14" creationId="{074B4F7D-14B2-478B-8BF5-01E4E0C5D263}"/>
          </ac:spMkLst>
        </pc:spChg>
      </pc:sldChg>
      <pc:sldChg chg="addSp modSp mod setBg">
        <pc:chgData name="Fatemeh Riahi" userId="74741997-fb4f-4f28-9311-b07723505439" providerId="ADAL" clId="{AB21BB4D-3782-4C4A-867F-5D8303270E2C}" dt="2025-01-16T21:16:02.910" v="4"/>
        <pc:sldMkLst>
          <pc:docMk/>
          <pc:sldMk cId="2940003434" sldId="259"/>
        </pc:sldMkLst>
        <pc:spChg chg="mod">
          <ac:chgData name="Fatemeh Riahi" userId="74741997-fb4f-4f28-9311-b07723505439" providerId="ADAL" clId="{AB21BB4D-3782-4C4A-867F-5D8303270E2C}" dt="2025-01-16T21:16:01.471" v="3" actId="26606"/>
          <ac:spMkLst>
            <pc:docMk/>
            <pc:sldMk cId="2940003434" sldId="259"/>
            <ac:spMk id="2" creationId="{E7088951-01DD-69D0-6161-3C709D6A3D26}"/>
          </ac:spMkLst>
        </pc:spChg>
        <pc:spChg chg="mod">
          <ac:chgData name="Fatemeh Riahi" userId="74741997-fb4f-4f28-9311-b07723505439" providerId="ADAL" clId="{AB21BB4D-3782-4C4A-867F-5D8303270E2C}" dt="2025-01-16T21:16:02.910" v="4"/>
          <ac:spMkLst>
            <pc:docMk/>
            <pc:sldMk cId="2940003434" sldId="259"/>
            <ac:spMk id="3" creationId="{5719E099-10B6-D804-2A75-10071EF68C06}"/>
          </ac:spMkLst>
        </pc:spChg>
        <pc:spChg chg="add">
          <ac:chgData name="Fatemeh Riahi" userId="74741997-fb4f-4f28-9311-b07723505439" providerId="ADAL" clId="{AB21BB4D-3782-4C4A-867F-5D8303270E2C}" dt="2025-01-16T21:16:01.471" v="3" actId="26606"/>
          <ac:spMkLst>
            <pc:docMk/>
            <pc:sldMk cId="2940003434" sldId="259"/>
            <ac:spMk id="8" creationId="{DAF1966E-FD40-4A4A-B61B-C4DF7FA05F06}"/>
          </ac:spMkLst>
        </pc:spChg>
        <pc:spChg chg="add">
          <ac:chgData name="Fatemeh Riahi" userId="74741997-fb4f-4f28-9311-b07723505439" providerId="ADAL" clId="{AB21BB4D-3782-4C4A-867F-5D8303270E2C}" dt="2025-01-16T21:16:01.471" v="3" actId="26606"/>
          <ac:spMkLst>
            <pc:docMk/>
            <pc:sldMk cId="2940003434" sldId="259"/>
            <ac:spMk id="10" creationId="{047BFA19-D45E-416B-A404-7AF2F3F27017}"/>
          </ac:spMkLst>
        </pc:spChg>
        <pc:spChg chg="add">
          <ac:chgData name="Fatemeh Riahi" userId="74741997-fb4f-4f28-9311-b07723505439" providerId="ADAL" clId="{AB21BB4D-3782-4C4A-867F-5D8303270E2C}" dt="2025-01-16T21:16:01.471" v="3" actId="26606"/>
          <ac:spMkLst>
            <pc:docMk/>
            <pc:sldMk cId="2940003434" sldId="259"/>
            <ac:spMk id="12" creationId="{8E0105E7-23DB-4CF2-8258-FF47C7620F6E}"/>
          </ac:spMkLst>
        </pc:spChg>
        <pc:spChg chg="add">
          <ac:chgData name="Fatemeh Riahi" userId="74741997-fb4f-4f28-9311-b07723505439" providerId="ADAL" clId="{AB21BB4D-3782-4C4A-867F-5D8303270E2C}" dt="2025-01-16T21:16:01.471" v="3" actId="26606"/>
          <ac:spMkLst>
            <pc:docMk/>
            <pc:sldMk cId="2940003434" sldId="259"/>
            <ac:spMk id="14" creationId="{074B4F7D-14B2-478B-8BF5-01E4E0C5D263}"/>
          </ac:spMkLst>
        </pc:spChg>
      </pc:sldChg>
      <pc:sldChg chg="addSp modSp mod setBg">
        <pc:chgData name="Fatemeh Riahi" userId="74741997-fb4f-4f28-9311-b07723505439" providerId="ADAL" clId="{AB21BB4D-3782-4C4A-867F-5D8303270E2C}" dt="2025-01-16T21:16:18.924" v="7" actId="26606"/>
        <pc:sldMkLst>
          <pc:docMk/>
          <pc:sldMk cId="3495481986" sldId="260"/>
        </pc:sldMkLst>
        <pc:spChg chg="mod">
          <ac:chgData name="Fatemeh Riahi" userId="74741997-fb4f-4f28-9311-b07723505439" providerId="ADAL" clId="{AB21BB4D-3782-4C4A-867F-5D8303270E2C}" dt="2025-01-16T21:16:18.924" v="7" actId="26606"/>
          <ac:spMkLst>
            <pc:docMk/>
            <pc:sldMk cId="3495481986" sldId="260"/>
            <ac:spMk id="2" creationId="{477CBFE9-1DDE-CFC9-4CD5-1C4534C42D6A}"/>
          </ac:spMkLst>
        </pc:spChg>
        <pc:spChg chg="mod">
          <ac:chgData name="Fatemeh Riahi" userId="74741997-fb4f-4f28-9311-b07723505439" providerId="ADAL" clId="{AB21BB4D-3782-4C4A-867F-5D8303270E2C}" dt="2025-01-16T21:16:18.924" v="7" actId="26606"/>
          <ac:spMkLst>
            <pc:docMk/>
            <pc:sldMk cId="3495481986" sldId="260"/>
            <ac:spMk id="3" creationId="{9FB85D36-2C90-F162-CB41-723ACE15D0C6}"/>
          </ac:spMkLst>
        </pc:spChg>
        <pc:spChg chg="add">
          <ac:chgData name="Fatemeh Riahi" userId="74741997-fb4f-4f28-9311-b07723505439" providerId="ADAL" clId="{AB21BB4D-3782-4C4A-867F-5D8303270E2C}" dt="2025-01-16T21:16:18.924" v="7" actId="26606"/>
          <ac:spMkLst>
            <pc:docMk/>
            <pc:sldMk cId="3495481986" sldId="260"/>
            <ac:spMk id="8" creationId="{DAF1966E-FD40-4A4A-B61B-C4DF7FA05F06}"/>
          </ac:spMkLst>
        </pc:spChg>
        <pc:spChg chg="add">
          <ac:chgData name="Fatemeh Riahi" userId="74741997-fb4f-4f28-9311-b07723505439" providerId="ADAL" clId="{AB21BB4D-3782-4C4A-867F-5D8303270E2C}" dt="2025-01-16T21:16:18.924" v="7" actId="26606"/>
          <ac:spMkLst>
            <pc:docMk/>
            <pc:sldMk cId="3495481986" sldId="260"/>
            <ac:spMk id="10" creationId="{047BFA19-D45E-416B-A404-7AF2F3F27017}"/>
          </ac:spMkLst>
        </pc:spChg>
        <pc:spChg chg="add">
          <ac:chgData name="Fatemeh Riahi" userId="74741997-fb4f-4f28-9311-b07723505439" providerId="ADAL" clId="{AB21BB4D-3782-4C4A-867F-5D8303270E2C}" dt="2025-01-16T21:16:18.924" v="7" actId="26606"/>
          <ac:spMkLst>
            <pc:docMk/>
            <pc:sldMk cId="3495481986" sldId="260"/>
            <ac:spMk id="12" creationId="{8E0105E7-23DB-4CF2-8258-FF47C7620F6E}"/>
          </ac:spMkLst>
        </pc:spChg>
        <pc:spChg chg="add">
          <ac:chgData name="Fatemeh Riahi" userId="74741997-fb4f-4f28-9311-b07723505439" providerId="ADAL" clId="{AB21BB4D-3782-4C4A-867F-5D8303270E2C}" dt="2025-01-16T21:16:18.924" v="7" actId="26606"/>
          <ac:spMkLst>
            <pc:docMk/>
            <pc:sldMk cId="3495481986" sldId="260"/>
            <ac:spMk id="14" creationId="{074B4F7D-14B2-478B-8BF5-01E4E0C5D263}"/>
          </ac:spMkLst>
        </pc:spChg>
      </pc:sldChg>
      <pc:sldChg chg="addSp modSp mod setBg">
        <pc:chgData name="Fatemeh Riahi" userId="74741997-fb4f-4f28-9311-b07723505439" providerId="ADAL" clId="{AB21BB4D-3782-4C4A-867F-5D8303270E2C}" dt="2025-01-16T21:16:22.420" v="8" actId="26606"/>
        <pc:sldMkLst>
          <pc:docMk/>
          <pc:sldMk cId="1338758629" sldId="261"/>
        </pc:sldMkLst>
        <pc:spChg chg="mod">
          <ac:chgData name="Fatemeh Riahi" userId="74741997-fb4f-4f28-9311-b07723505439" providerId="ADAL" clId="{AB21BB4D-3782-4C4A-867F-5D8303270E2C}" dt="2025-01-16T21:16:22.420" v="8" actId="26606"/>
          <ac:spMkLst>
            <pc:docMk/>
            <pc:sldMk cId="1338758629" sldId="261"/>
            <ac:spMk id="2" creationId="{47CDF0CD-D937-B128-A067-12732518FD0C}"/>
          </ac:spMkLst>
        </pc:spChg>
        <pc:spChg chg="mod">
          <ac:chgData name="Fatemeh Riahi" userId="74741997-fb4f-4f28-9311-b07723505439" providerId="ADAL" clId="{AB21BB4D-3782-4C4A-867F-5D8303270E2C}" dt="2025-01-16T21:16:22.420" v="8" actId="26606"/>
          <ac:spMkLst>
            <pc:docMk/>
            <pc:sldMk cId="1338758629" sldId="261"/>
            <ac:spMk id="3" creationId="{B9427DA0-DC71-107F-48D1-CC8E75AB05CE}"/>
          </ac:spMkLst>
        </pc:spChg>
        <pc:spChg chg="add">
          <ac:chgData name="Fatemeh Riahi" userId="74741997-fb4f-4f28-9311-b07723505439" providerId="ADAL" clId="{AB21BB4D-3782-4C4A-867F-5D8303270E2C}" dt="2025-01-16T21:16:22.420" v="8" actId="26606"/>
          <ac:spMkLst>
            <pc:docMk/>
            <pc:sldMk cId="1338758629" sldId="261"/>
            <ac:spMk id="8" creationId="{DAF1966E-FD40-4A4A-B61B-C4DF7FA05F06}"/>
          </ac:spMkLst>
        </pc:spChg>
        <pc:spChg chg="add">
          <ac:chgData name="Fatemeh Riahi" userId="74741997-fb4f-4f28-9311-b07723505439" providerId="ADAL" clId="{AB21BB4D-3782-4C4A-867F-5D8303270E2C}" dt="2025-01-16T21:16:22.420" v="8" actId="26606"/>
          <ac:spMkLst>
            <pc:docMk/>
            <pc:sldMk cId="1338758629" sldId="261"/>
            <ac:spMk id="10" creationId="{047BFA19-D45E-416B-A404-7AF2F3F27017}"/>
          </ac:spMkLst>
        </pc:spChg>
        <pc:spChg chg="add">
          <ac:chgData name="Fatemeh Riahi" userId="74741997-fb4f-4f28-9311-b07723505439" providerId="ADAL" clId="{AB21BB4D-3782-4C4A-867F-5D8303270E2C}" dt="2025-01-16T21:16:22.420" v="8" actId="26606"/>
          <ac:spMkLst>
            <pc:docMk/>
            <pc:sldMk cId="1338758629" sldId="261"/>
            <ac:spMk id="12" creationId="{8E0105E7-23DB-4CF2-8258-FF47C7620F6E}"/>
          </ac:spMkLst>
        </pc:spChg>
        <pc:spChg chg="add">
          <ac:chgData name="Fatemeh Riahi" userId="74741997-fb4f-4f28-9311-b07723505439" providerId="ADAL" clId="{AB21BB4D-3782-4C4A-867F-5D8303270E2C}" dt="2025-01-16T21:16:22.420" v="8" actId="26606"/>
          <ac:spMkLst>
            <pc:docMk/>
            <pc:sldMk cId="1338758629" sldId="261"/>
            <ac:spMk id="14" creationId="{074B4F7D-14B2-478B-8BF5-01E4E0C5D263}"/>
          </ac:spMkLst>
        </pc:spChg>
      </pc:sldChg>
      <pc:sldChg chg="addSp modSp mod setBg">
        <pc:chgData name="Fatemeh Riahi" userId="74741997-fb4f-4f28-9311-b07723505439" providerId="ADAL" clId="{AB21BB4D-3782-4C4A-867F-5D8303270E2C}" dt="2025-01-16T21:16:10.336" v="5" actId="26606"/>
        <pc:sldMkLst>
          <pc:docMk/>
          <pc:sldMk cId="347819223" sldId="262"/>
        </pc:sldMkLst>
        <pc:spChg chg="mod">
          <ac:chgData name="Fatemeh Riahi" userId="74741997-fb4f-4f28-9311-b07723505439" providerId="ADAL" clId="{AB21BB4D-3782-4C4A-867F-5D8303270E2C}" dt="2025-01-16T21:16:10.336" v="5" actId="26606"/>
          <ac:spMkLst>
            <pc:docMk/>
            <pc:sldMk cId="347819223" sldId="262"/>
            <ac:spMk id="2" creationId="{F6D63274-4F3F-40B5-017E-DEF5FF847019}"/>
          </ac:spMkLst>
        </pc:spChg>
        <pc:spChg chg="add">
          <ac:chgData name="Fatemeh Riahi" userId="74741997-fb4f-4f28-9311-b07723505439" providerId="ADAL" clId="{AB21BB4D-3782-4C4A-867F-5D8303270E2C}" dt="2025-01-16T21:16:10.336" v="5" actId="26606"/>
          <ac:spMkLst>
            <pc:docMk/>
            <pc:sldMk cId="347819223" sldId="262"/>
            <ac:spMk id="9" creationId="{C1A1C5D3-C053-4EE9-BE1A-419B6E27CCAE}"/>
          </ac:spMkLst>
        </pc:spChg>
        <pc:spChg chg="add">
          <ac:chgData name="Fatemeh Riahi" userId="74741997-fb4f-4f28-9311-b07723505439" providerId="ADAL" clId="{AB21BB4D-3782-4C4A-867F-5D8303270E2C}" dt="2025-01-16T21:16:10.336" v="5" actId="26606"/>
          <ac:spMkLst>
            <pc:docMk/>
            <pc:sldMk cId="347819223" sldId="262"/>
            <ac:spMk id="11" creationId="{A3473CF9-37EB-43E7-89EF-D2D1C53D1DAC}"/>
          </ac:spMkLst>
        </pc:spChg>
        <pc:spChg chg="add">
          <ac:chgData name="Fatemeh Riahi" userId="74741997-fb4f-4f28-9311-b07723505439" providerId="ADAL" clId="{AB21BB4D-3782-4C4A-867F-5D8303270E2C}" dt="2025-01-16T21:16:10.336" v="5" actId="26606"/>
          <ac:spMkLst>
            <pc:docMk/>
            <pc:sldMk cId="347819223" sldId="262"/>
            <ac:spMk id="13" creationId="{586B4EF9-43BA-4655-A6FF-1D8E21574C95}"/>
          </ac:spMkLst>
        </pc:spChg>
        <pc:picChg chg="mod">
          <ac:chgData name="Fatemeh Riahi" userId="74741997-fb4f-4f28-9311-b07723505439" providerId="ADAL" clId="{AB21BB4D-3782-4C4A-867F-5D8303270E2C}" dt="2025-01-16T21:16:10.336" v="5" actId="26606"/>
          <ac:picMkLst>
            <pc:docMk/>
            <pc:sldMk cId="347819223" sldId="262"/>
            <ac:picMk id="4" creationId="{2DF6B72D-7DA5-6A9B-37AF-CFAADBD0C1AB}"/>
          </ac:picMkLst>
        </pc:picChg>
      </pc:sldChg>
      <pc:sldChg chg="addSp modSp mod setBg">
        <pc:chgData name="Fatemeh Riahi" userId="74741997-fb4f-4f28-9311-b07723505439" providerId="ADAL" clId="{AB21BB4D-3782-4C4A-867F-5D8303270E2C}" dt="2025-01-16T21:16:15.068" v="6" actId="26606"/>
        <pc:sldMkLst>
          <pc:docMk/>
          <pc:sldMk cId="316316706" sldId="263"/>
        </pc:sldMkLst>
        <pc:spChg chg="mod">
          <ac:chgData name="Fatemeh Riahi" userId="74741997-fb4f-4f28-9311-b07723505439" providerId="ADAL" clId="{AB21BB4D-3782-4C4A-867F-5D8303270E2C}" dt="2025-01-16T21:16:15.068" v="6" actId="26606"/>
          <ac:spMkLst>
            <pc:docMk/>
            <pc:sldMk cId="316316706" sldId="263"/>
            <ac:spMk id="2" creationId="{8B715D9C-2D73-4519-98E5-5E6DD1921286}"/>
          </ac:spMkLst>
        </pc:spChg>
        <pc:spChg chg="add">
          <ac:chgData name="Fatemeh Riahi" userId="74741997-fb4f-4f28-9311-b07723505439" providerId="ADAL" clId="{AB21BB4D-3782-4C4A-867F-5D8303270E2C}" dt="2025-01-16T21:16:15.068" v="6" actId="26606"/>
          <ac:spMkLst>
            <pc:docMk/>
            <pc:sldMk cId="316316706" sldId="263"/>
            <ac:spMk id="10" creationId="{C1A1C5D3-C053-4EE9-BE1A-419B6E27CCAE}"/>
          </ac:spMkLst>
        </pc:spChg>
        <pc:spChg chg="add">
          <ac:chgData name="Fatemeh Riahi" userId="74741997-fb4f-4f28-9311-b07723505439" providerId="ADAL" clId="{AB21BB4D-3782-4C4A-867F-5D8303270E2C}" dt="2025-01-16T21:16:15.068" v="6" actId="26606"/>
          <ac:spMkLst>
            <pc:docMk/>
            <pc:sldMk cId="316316706" sldId="263"/>
            <ac:spMk id="12" creationId="{A3473CF9-37EB-43E7-89EF-D2D1C53D1DAC}"/>
          </ac:spMkLst>
        </pc:spChg>
        <pc:spChg chg="add">
          <ac:chgData name="Fatemeh Riahi" userId="74741997-fb4f-4f28-9311-b07723505439" providerId="ADAL" clId="{AB21BB4D-3782-4C4A-867F-5D8303270E2C}" dt="2025-01-16T21:16:15.068" v="6" actId="26606"/>
          <ac:spMkLst>
            <pc:docMk/>
            <pc:sldMk cId="316316706" sldId="263"/>
            <ac:spMk id="14" creationId="{586B4EF9-43BA-4655-A6FF-1D8E21574C95}"/>
          </ac:spMkLst>
        </pc:spChg>
        <pc:picChg chg="mod">
          <ac:chgData name="Fatemeh Riahi" userId="74741997-fb4f-4f28-9311-b07723505439" providerId="ADAL" clId="{AB21BB4D-3782-4C4A-867F-5D8303270E2C}" dt="2025-01-16T21:16:15.068" v="6" actId="26606"/>
          <ac:picMkLst>
            <pc:docMk/>
            <pc:sldMk cId="316316706" sldId="263"/>
            <ac:picMk id="5" creationId="{58D4A6FC-44A3-D8DA-A001-4839302D9B28}"/>
          </ac:picMkLst>
        </pc:picChg>
      </pc:sldChg>
      <pc:sldChg chg="addSp modSp mod setBg">
        <pc:chgData name="Fatemeh Riahi" userId="74741997-fb4f-4f28-9311-b07723505439" providerId="ADAL" clId="{AB21BB4D-3782-4C4A-867F-5D8303270E2C}" dt="2025-01-16T21:16:31.519" v="10" actId="26606"/>
        <pc:sldMkLst>
          <pc:docMk/>
          <pc:sldMk cId="737300667" sldId="264"/>
        </pc:sldMkLst>
        <pc:spChg chg="mod">
          <ac:chgData name="Fatemeh Riahi" userId="74741997-fb4f-4f28-9311-b07723505439" providerId="ADAL" clId="{AB21BB4D-3782-4C4A-867F-5D8303270E2C}" dt="2025-01-16T21:16:31.519" v="10" actId="26606"/>
          <ac:spMkLst>
            <pc:docMk/>
            <pc:sldMk cId="737300667" sldId="264"/>
            <ac:spMk id="2" creationId="{62863A10-80F4-BDB3-44C9-4B0C13DC7960}"/>
          </ac:spMkLst>
        </pc:spChg>
        <pc:spChg chg="add">
          <ac:chgData name="Fatemeh Riahi" userId="74741997-fb4f-4f28-9311-b07723505439" providerId="ADAL" clId="{AB21BB4D-3782-4C4A-867F-5D8303270E2C}" dt="2025-01-16T21:16:31.519" v="10" actId="26606"/>
          <ac:spMkLst>
            <pc:docMk/>
            <pc:sldMk cId="737300667" sldId="264"/>
            <ac:spMk id="9" creationId="{C1A1C5D3-C053-4EE9-BE1A-419B6E27CCAE}"/>
          </ac:spMkLst>
        </pc:spChg>
        <pc:spChg chg="add">
          <ac:chgData name="Fatemeh Riahi" userId="74741997-fb4f-4f28-9311-b07723505439" providerId="ADAL" clId="{AB21BB4D-3782-4C4A-867F-5D8303270E2C}" dt="2025-01-16T21:16:31.519" v="10" actId="26606"/>
          <ac:spMkLst>
            <pc:docMk/>
            <pc:sldMk cId="737300667" sldId="264"/>
            <ac:spMk id="11" creationId="{A3473CF9-37EB-43E7-89EF-D2D1C53D1DAC}"/>
          </ac:spMkLst>
        </pc:spChg>
        <pc:spChg chg="add">
          <ac:chgData name="Fatemeh Riahi" userId="74741997-fb4f-4f28-9311-b07723505439" providerId="ADAL" clId="{AB21BB4D-3782-4C4A-867F-5D8303270E2C}" dt="2025-01-16T21:16:31.519" v="10" actId="26606"/>
          <ac:spMkLst>
            <pc:docMk/>
            <pc:sldMk cId="737300667" sldId="264"/>
            <ac:spMk id="13" creationId="{586B4EF9-43BA-4655-A6FF-1D8E21574C95}"/>
          </ac:spMkLst>
        </pc:spChg>
        <pc:picChg chg="mod">
          <ac:chgData name="Fatemeh Riahi" userId="74741997-fb4f-4f28-9311-b07723505439" providerId="ADAL" clId="{AB21BB4D-3782-4C4A-867F-5D8303270E2C}" dt="2025-01-16T21:16:31.519" v="10" actId="26606"/>
          <ac:picMkLst>
            <pc:docMk/>
            <pc:sldMk cId="737300667" sldId="264"/>
            <ac:picMk id="4" creationId="{A12895B0-6BFE-D0A9-29E6-41B055A77A31}"/>
          </ac:picMkLst>
        </pc:picChg>
      </pc:sldChg>
      <pc:sldChg chg="addSp modSp mod setBg">
        <pc:chgData name="Fatemeh Riahi" userId="74741997-fb4f-4f28-9311-b07723505439" providerId="ADAL" clId="{AB21BB4D-3782-4C4A-867F-5D8303270E2C}" dt="2025-01-16T21:16:35.515" v="11" actId="26606"/>
        <pc:sldMkLst>
          <pc:docMk/>
          <pc:sldMk cId="820700883" sldId="265"/>
        </pc:sldMkLst>
        <pc:spChg chg="mod">
          <ac:chgData name="Fatemeh Riahi" userId="74741997-fb4f-4f28-9311-b07723505439" providerId="ADAL" clId="{AB21BB4D-3782-4C4A-867F-5D8303270E2C}" dt="2025-01-16T21:16:35.515" v="11" actId="26606"/>
          <ac:spMkLst>
            <pc:docMk/>
            <pc:sldMk cId="820700883" sldId="265"/>
            <ac:spMk id="2" creationId="{F977F9D8-307D-A51B-05AB-5770D07A32EB}"/>
          </ac:spMkLst>
        </pc:spChg>
        <pc:spChg chg="mod">
          <ac:chgData name="Fatemeh Riahi" userId="74741997-fb4f-4f28-9311-b07723505439" providerId="ADAL" clId="{AB21BB4D-3782-4C4A-867F-5D8303270E2C}" dt="2025-01-16T21:16:35.515" v="11" actId="26606"/>
          <ac:spMkLst>
            <pc:docMk/>
            <pc:sldMk cId="820700883" sldId="265"/>
            <ac:spMk id="3" creationId="{F2FAE0A8-693E-F1D2-BA17-93E49E70D810}"/>
          </ac:spMkLst>
        </pc:spChg>
        <pc:spChg chg="add">
          <ac:chgData name="Fatemeh Riahi" userId="74741997-fb4f-4f28-9311-b07723505439" providerId="ADAL" clId="{AB21BB4D-3782-4C4A-867F-5D8303270E2C}" dt="2025-01-16T21:16:35.515" v="11" actId="26606"/>
          <ac:spMkLst>
            <pc:docMk/>
            <pc:sldMk cId="820700883" sldId="265"/>
            <ac:spMk id="8" creationId="{DAF1966E-FD40-4A4A-B61B-C4DF7FA05F06}"/>
          </ac:spMkLst>
        </pc:spChg>
        <pc:spChg chg="add">
          <ac:chgData name="Fatemeh Riahi" userId="74741997-fb4f-4f28-9311-b07723505439" providerId="ADAL" clId="{AB21BB4D-3782-4C4A-867F-5D8303270E2C}" dt="2025-01-16T21:16:35.515" v="11" actId="26606"/>
          <ac:spMkLst>
            <pc:docMk/>
            <pc:sldMk cId="820700883" sldId="265"/>
            <ac:spMk id="10" creationId="{047BFA19-D45E-416B-A404-7AF2F3F27017}"/>
          </ac:spMkLst>
        </pc:spChg>
        <pc:spChg chg="add">
          <ac:chgData name="Fatemeh Riahi" userId="74741997-fb4f-4f28-9311-b07723505439" providerId="ADAL" clId="{AB21BB4D-3782-4C4A-867F-5D8303270E2C}" dt="2025-01-16T21:16:35.515" v="11" actId="26606"/>
          <ac:spMkLst>
            <pc:docMk/>
            <pc:sldMk cId="820700883" sldId="265"/>
            <ac:spMk id="12" creationId="{8E0105E7-23DB-4CF2-8258-FF47C7620F6E}"/>
          </ac:spMkLst>
        </pc:spChg>
        <pc:spChg chg="add">
          <ac:chgData name="Fatemeh Riahi" userId="74741997-fb4f-4f28-9311-b07723505439" providerId="ADAL" clId="{AB21BB4D-3782-4C4A-867F-5D8303270E2C}" dt="2025-01-16T21:16:35.515" v="11" actId="26606"/>
          <ac:spMkLst>
            <pc:docMk/>
            <pc:sldMk cId="820700883" sldId="265"/>
            <ac:spMk id="14" creationId="{074B4F7D-14B2-478B-8BF5-01E4E0C5D263}"/>
          </ac:spMkLst>
        </pc:spChg>
      </pc:sldChg>
      <pc:sldChg chg="addSp modSp mod setBg">
        <pc:chgData name="Fatemeh Riahi" userId="74741997-fb4f-4f28-9311-b07723505439" providerId="ADAL" clId="{AB21BB4D-3782-4C4A-867F-5D8303270E2C}" dt="2025-01-16T21:16:40.462" v="12" actId="26606"/>
        <pc:sldMkLst>
          <pc:docMk/>
          <pc:sldMk cId="2553407470" sldId="266"/>
        </pc:sldMkLst>
        <pc:spChg chg="mod">
          <ac:chgData name="Fatemeh Riahi" userId="74741997-fb4f-4f28-9311-b07723505439" providerId="ADAL" clId="{AB21BB4D-3782-4C4A-867F-5D8303270E2C}" dt="2025-01-16T21:16:40.462" v="12" actId="26606"/>
          <ac:spMkLst>
            <pc:docMk/>
            <pc:sldMk cId="2553407470" sldId="266"/>
            <ac:spMk id="2" creationId="{2B17FEA8-6A48-2A3A-FE86-4783BBEA9174}"/>
          </ac:spMkLst>
        </pc:spChg>
        <pc:spChg chg="mod">
          <ac:chgData name="Fatemeh Riahi" userId="74741997-fb4f-4f28-9311-b07723505439" providerId="ADAL" clId="{AB21BB4D-3782-4C4A-867F-5D8303270E2C}" dt="2025-01-16T21:16:40.462" v="12" actId="26606"/>
          <ac:spMkLst>
            <pc:docMk/>
            <pc:sldMk cId="2553407470" sldId="266"/>
            <ac:spMk id="3" creationId="{724F4A75-189F-F502-E11F-D11031D89A1B}"/>
          </ac:spMkLst>
        </pc:spChg>
        <pc:spChg chg="add">
          <ac:chgData name="Fatemeh Riahi" userId="74741997-fb4f-4f28-9311-b07723505439" providerId="ADAL" clId="{AB21BB4D-3782-4C4A-867F-5D8303270E2C}" dt="2025-01-16T21:16:40.462" v="12" actId="26606"/>
          <ac:spMkLst>
            <pc:docMk/>
            <pc:sldMk cId="2553407470" sldId="266"/>
            <ac:spMk id="8" creationId="{DAF1966E-FD40-4A4A-B61B-C4DF7FA05F06}"/>
          </ac:spMkLst>
        </pc:spChg>
        <pc:spChg chg="add">
          <ac:chgData name="Fatemeh Riahi" userId="74741997-fb4f-4f28-9311-b07723505439" providerId="ADAL" clId="{AB21BB4D-3782-4C4A-867F-5D8303270E2C}" dt="2025-01-16T21:16:40.462" v="12" actId="26606"/>
          <ac:spMkLst>
            <pc:docMk/>
            <pc:sldMk cId="2553407470" sldId="266"/>
            <ac:spMk id="10" creationId="{047BFA19-D45E-416B-A404-7AF2F3F27017}"/>
          </ac:spMkLst>
        </pc:spChg>
        <pc:spChg chg="add">
          <ac:chgData name="Fatemeh Riahi" userId="74741997-fb4f-4f28-9311-b07723505439" providerId="ADAL" clId="{AB21BB4D-3782-4C4A-867F-5D8303270E2C}" dt="2025-01-16T21:16:40.462" v="12" actId="26606"/>
          <ac:spMkLst>
            <pc:docMk/>
            <pc:sldMk cId="2553407470" sldId="266"/>
            <ac:spMk id="12" creationId="{8E0105E7-23DB-4CF2-8258-FF47C7620F6E}"/>
          </ac:spMkLst>
        </pc:spChg>
        <pc:spChg chg="add">
          <ac:chgData name="Fatemeh Riahi" userId="74741997-fb4f-4f28-9311-b07723505439" providerId="ADAL" clId="{AB21BB4D-3782-4C4A-867F-5D8303270E2C}" dt="2025-01-16T21:16:40.462" v="12" actId="26606"/>
          <ac:spMkLst>
            <pc:docMk/>
            <pc:sldMk cId="2553407470" sldId="266"/>
            <ac:spMk id="14" creationId="{074B4F7D-14B2-478B-8BF5-01E4E0C5D263}"/>
          </ac:spMkLst>
        </pc:spChg>
      </pc:sldChg>
      <pc:sldChg chg="addSp modSp mod setBg">
        <pc:chgData name="Fatemeh Riahi" userId="74741997-fb4f-4f28-9311-b07723505439" providerId="ADAL" clId="{AB21BB4D-3782-4C4A-867F-5D8303270E2C}" dt="2025-01-16T21:16:43.946" v="13" actId="26606"/>
        <pc:sldMkLst>
          <pc:docMk/>
          <pc:sldMk cId="4152301711" sldId="267"/>
        </pc:sldMkLst>
        <pc:spChg chg="mod">
          <ac:chgData name="Fatemeh Riahi" userId="74741997-fb4f-4f28-9311-b07723505439" providerId="ADAL" clId="{AB21BB4D-3782-4C4A-867F-5D8303270E2C}" dt="2025-01-16T21:16:43.946" v="13" actId="26606"/>
          <ac:spMkLst>
            <pc:docMk/>
            <pc:sldMk cId="4152301711" sldId="267"/>
            <ac:spMk id="2" creationId="{A2267D91-A639-B3B3-92FD-593DBFA8F41B}"/>
          </ac:spMkLst>
        </pc:spChg>
        <pc:spChg chg="mod">
          <ac:chgData name="Fatemeh Riahi" userId="74741997-fb4f-4f28-9311-b07723505439" providerId="ADAL" clId="{AB21BB4D-3782-4C4A-867F-5D8303270E2C}" dt="2025-01-16T21:16:43.946" v="13" actId="26606"/>
          <ac:spMkLst>
            <pc:docMk/>
            <pc:sldMk cId="4152301711" sldId="267"/>
            <ac:spMk id="3" creationId="{E8FE7F88-7D13-9961-698F-5FB8E00D327C}"/>
          </ac:spMkLst>
        </pc:spChg>
        <pc:spChg chg="add">
          <ac:chgData name="Fatemeh Riahi" userId="74741997-fb4f-4f28-9311-b07723505439" providerId="ADAL" clId="{AB21BB4D-3782-4C4A-867F-5D8303270E2C}" dt="2025-01-16T21:16:43.946" v="13" actId="26606"/>
          <ac:spMkLst>
            <pc:docMk/>
            <pc:sldMk cId="4152301711" sldId="267"/>
            <ac:spMk id="8" creationId="{DAF1966E-FD40-4A4A-B61B-C4DF7FA05F06}"/>
          </ac:spMkLst>
        </pc:spChg>
        <pc:spChg chg="add">
          <ac:chgData name="Fatemeh Riahi" userId="74741997-fb4f-4f28-9311-b07723505439" providerId="ADAL" clId="{AB21BB4D-3782-4C4A-867F-5D8303270E2C}" dt="2025-01-16T21:16:43.946" v="13" actId="26606"/>
          <ac:spMkLst>
            <pc:docMk/>
            <pc:sldMk cId="4152301711" sldId="267"/>
            <ac:spMk id="10" creationId="{047BFA19-D45E-416B-A404-7AF2F3F27017}"/>
          </ac:spMkLst>
        </pc:spChg>
        <pc:spChg chg="add">
          <ac:chgData name="Fatemeh Riahi" userId="74741997-fb4f-4f28-9311-b07723505439" providerId="ADAL" clId="{AB21BB4D-3782-4C4A-867F-5D8303270E2C}" dt="2025-01-16T21:16:43.946" v="13" actId="26606"/>
          <ac:spMkLst>
            <pc:docMk/>
            <pc:sldMk cId="4152301711" sldId="267"/>
            <ac:spMk id="12" creationId="{8E0105E7-23DB-4CF2-8258-FF47C7620F6E}"/>
          </ac:spMkLst>
        </pc:spChg>
        <pc:spChg chg="add">
          <ac:chgData name="Fatemeh Riahi" userId="74741997-fb4f-4f28-9311-b07723505439" providerId="ADAL" clId="{AB21BB4D-3782-4C4A-867F-5D8303270E2C}" dt="2025-01-16T21:16:43.946" v="13" actId="26606"/>
          <ac:spMkLst>
            <pc:docMk/>
            <pc:sldMk cId="4152301711" sldId="267"/>
            <ac:spMk id="14" creationId="{074B4F7D-14B2-478B-8BF5-01E4E0C5D263}"/>
          </ac:spMkLst>
        </pc:spChg>
      </pc:sldChg>
      <pc:sldChg chg="addSp modSp mod setBg">
        <pc:chgData name="Fatemeh Riahi" userId="74741997-fb4f-4f28-9311-b07723505439" providerId="ADAL" clId="{AB21BB4D-3782-4C4A-867F-5D8303270E2C}" dt="2025-01-16T21:16:26.071" v="9" actId="26606"/>
        <pc:sldMkLst>
          <pc:docMk/>
          <pc:sldMk cId="2672049426" sldId="268"/>
        </pc:sldMkLst>
        <pc:spChg chg="mod">
          <ac:chgData name="Fatemeh Riahi" userId="74741997-fb4f-4f28-9311-b07723505439" providerId="ADAL" clId="{AB21BB4D-3782-4C4A-867F-5D8303270E2C}" dt="2025-01-16T21:16:26.071" v="9" actId="26606"/>
          <ac:spMkLst>
            <pc:docMk/>
            <pc:sldMk cId="2672049426" sldId="268"/>
            <ac:spMk id="2" creationId="{F6809CE3-A4AA-482C-C3D5-0EE362EA58A9}"/>
          </ac:spMkLst>
        </pc:spChg>
        <pc:spChg chg="mod">
          <ac:chgData name="Fatemeh Riahi" userId="74741997-fb4f-4f28-9311-b07723505439" providerId="ADAL" clId="{AB21BB4D-3782-4C4A-867F-5D8303270E2C}" dt="2025-01-16T21:16:26.071" v="9" actId="26606"/>
          <ac:spMkLst>
            <pc:docMk/>
            <pc:sldMk cId="2672049426" sldId="268"/>
            <ac:spMk id="3" creationId="{5AFE9186-6BDB-F0FC-04A6-CCF747FB3CA3}"/>
          </ac:spMkLst>
        </pc:spChg>
        <pc:spChg chg="add">
          <ac:chgData name="Fatemeh Riahi" userId="74741997-fb4f-4f28-9311-b07723505439" providerId="ADAL" clId="{AB21BB4D-3782-4C4A-867F-5D8303270E2C}" dt="2025-01-16T21:16:26.071" v="9" actId="26606"/>
          <ac:spMkLst>
            <pc:docMk/>
            <pc:sldMk cId="2672049426" sldId="268"/>
            <ac:spMk id="8" creationId="{DAF1966E-FD40-4A4A-B61B-C4DF7FA05F06}"/>
          </ac:spMkLst>
        </pc:spChg>
        <pc:spChg chg="add">
          <ac:chgData name="Fatemeh Riahi" userId="74741997-fb4f-4f28-9311-b07723505439" providerId="ADAL" clId="{AB21BB4D-3782-4C4A-867F-5D8303270E2C}" dt="2025-01-16T21:16:26.071" v="9" actId="26606"/>
          <ac:spMkLst>
            <pc:docMk/>
            <pc:sldMk cId="2672049426" sldId="268"/>
            <ac:spMk id="10" creationId="{047BFA19-D45E-416B-A404-7AF2F3F27017}"/>
          </ac:spMkLst>
        </pc:spChg>
        <pc:spChg chg="add">
          <ac:chgData name="Fatemeh Riahi" userId="74741997-fb4f-4f28-9311-b07723505439" providerId="ADAL" clId="{AB21BB4D-3782-4C4A-867F-5D8303270E2C}" dt="2025-01-16T21:16:26.071" v="9" actId="26606"/>
          <ac:spMkLst>
            <pc:docMk/>
            <pc:sldMk cId="2672049426" sldId="268"/>
            <ac:spMk id="12" creationId="{8E0105E7-23DB-4CF2-8258-FF47C7620F6E}"/>
          </ac:spMkLst>
        </pc:spChg>
        <pc:spChg chg="add">
          <ac:chgData name="Fatemeh Riahi" userId="74741997-fb4f-4f28-9311-b07723505439" providerId="ADAL" clId="{AB21BB4D-3782-4C4A-867F-5D8303270E2C}" dt="2025-01-16T21:16:26.071" v="9" actId="26606"/>
          <ac:spMkLst>
            <pc:docMk/>
            <pc:sldMk cId="2672049426" sldId="268"/>
            <ac:spMk id="14" creationId="{074B4F7D-14B2-478B-8BF5-01E4E0C5D263}"/>
          </ac:spMkLst>
        </pc:spChg>
      </pc:sldChg>
      <pc:sldChg chg="addSp modSp mod setBg">
        <pc:chgData name="Fatemeh Riahi" userId="74741997-fb4f-4f28-9311-b07723505439" providerId="ADAL" clId="{AB21BB4D-3782-4C4A-867F-5D8303270E2C}" dt="2025-01-16T21:16:55.876" v="15" actId="26606"/>
        <pc:sldMkLst>
          <pc:docMk/>
          <pc:sldMk cId="2242357822" sldId="269"/>
        </pc:sldMkLst>
        <pc:spChg chg="mod">
          <ac:chgData name="Fatemeh Riahi" userId="74741997-fb4f-4f28-9311-b07723505439" providerId="ADAL" clId="{AB21BB4D-3782-4C4A-867F-5D8303270E2C}" dt="2025-01-16T21:16:55.876" v="15" actId="26606"/>
          <ac:spMkLst>
            <pc:docMk/>
            <pc:sldMk cId="2242357822" sldId="269"/>
            <ac:spMk id="2" creationId="{6D537B99-6035-5B06-3D0A-BD2E54CACDDD}"/>
          </ac:spMkLst>
        </pc:spChg>
        <pc:spChg chg="add">
          <ac:chgData name="Fatemeh Riahi" userId="74741997-fb4f-4f28-9311-b07723505439" providerId="ADAL" clId="{AB21BB4D-3782-4C4A-867F-5D8303270E2C}" dt="2025-01-16T21:16:55.876" v="15" actId="26606"/>
          <ac:spMkLst>
            <pc:docMk/>
            <pc:sldMk cId="2242357822" sldId="269"/>
            <ac:spMk id="9" creationId="{C1A1C5D3-C053-4EE9-BE1A-419B6E27CCAE}"/>
          </ac:spMkLst>
        </pc:spChg>
        <pc:spChg chg="add">
          <ac:chgData name="Fatemeh Riahi" userId="74741997-fb4f-4f28-9311-b07723505439" providerId="ADAL" clId="{AB21BB4D-3782-4C4A-867F-5D8303270E2C}" dt="2025-01-16T21:16:55.876" v="15" actId="26606"/>
          <ac:spMkLst>
            <pc:docMk/>
            <pc:sldMk cId="2242357822" sldId="269"/>
            <ac:spMk id="11" creationId="{A3473CF9-37EB-43E7-89EF-D2D1C53D1DAC}"/>
          </ac:spMkLst>
        </pc:spChg>
        <pc:spChg chg="add">
          <ac:chgData name="Fatemeh Riahi" userId="74741997-fb4f-4f28-9311-b07723505439" providerId="ADAL" clId="{AB21BB4D-3782-4C4A-867F-5D8303270E2C}" dt="2025-01-16T21:16:55.876" v="15" actId="26606"/>
          <ac:spMkLst>
            <pc:docMk/>
            <pc:sldMk cId="2242357822" sldId="269"/>
            <ac:spMk id="13" creationId="{586B4EF9-43BA-4655-A6FF-1D8E21574C95}"/>
          </ac:spMkLst>
        </pc:spChg>
        <pc:picChg chg="mod">
          <ac:chgData name="Fatemeh Riahi" userId="74741997-fb4f-4f28-9311-b07723505439" providerId="ADAL" clId="{AB21BB4D-3782-4C4A-867F-5D8303270E2C}" dt="2025-01-16T21:16:55.876" v="15" actId="26606"/>
          <ac:picMkLst>
            <pc:docMk/>
            <pc:sldMk cId="2242357822" sldId="269"/>
            <ac:picMk id="4" creationId="{93EBC83B-9D43-120C-27E5-FB3F37FBE0AC}"/>
          </ac:picMkLst>
        </pc:picChg>
      </pc:sldChg>
      <pc:sldChg chg="addSp modSp mod setBg">
        <pc:chgData name="Fatemeh Riahi" userId="74741997-fb4f-4f28-9311-b07723505439" providerId="ADAL" clId="{AB21BB4D-3782-4C4A-867F-5D8303270E2C}" dt="2025-01-16T21:16:46.491" v="14" actId="26606"/>
        <pc:sldMkLst>
          <pc:docMk/>
          <pc:sldMk cId="2879962269" sldId="270"/>
        </pc:sldMkLst>
        <pc:spChg chg="mod">
          <ac:chgData name="Fatemeh Riahi" userId="74741997-fb4f-4f28-9311-b07723505439" providerId="ADAL" clId="{AB21BB4D-3782-4C4A-867F-5D8303270E2C}" dt="2025-01-16T21:16:46.491" v="14" actId="26606"/>
          <ac:spMkLst>
            <pc:docMk/>
            <pc:sldMk cId="2879962269" sldId="270"/>
            <ac:spMk id="2" creationId="{09419D44-C6B5-8117-520E-42532E1723BE}"/>
          </ac:spMkLst>
        </pc:spChg>
        <pc:spChg chg="mod">
          <ac:chgData name="Fatemeh Riahi" userId="74741997-fb4f-4f28-9311-b07723505439" providerId="ADAL" clId="{AB21BB4D-3782-4C4A-867F-5D8303270E2C}" dt="2025-01-16T21:16:46.491" v="14" actId="26606"/>
          <ac:spMkLst>
            <pc:docMk/>
            <pc:sldMk cId="2879962269" sldId="270"/>
            <ac:spMk id="3" creationId="{6E55B155-20A8-E8A0-5FA3-679799AEE720}"/>
          </ac:spMkLst>
        </pc:spChg>
        <pc:spChg chg="add">
          <ac:chgData name="Fatemeh Riahi" userId="74741997-fb4f-4f28-9311-b07723505439" providerId="ADAL" clId="{AB21BB4D-3782-4C4A-867F-5D8303270E2C}" dt="2025-01-16T21:16:46.491" v="14" actId="26606"/>
          <ac:spMkLst>
            <pc:docMk/>
            <pc:sldMk cId="2879962269" sldId="270"/>
            <ac:spMk id="8" creationId="{DAF1966E-FD40-4A4A-B61B-C4DF7FA05F06}"/>
          </ac:spMkLst>
        </pc:spChg>
        <pc:spChg chg="add">
          <ac:chgData name="Fatemeh Riahi" userId="74741997-fb4f-4f28-9311-b07723505439" providerId="ADAL" clId="{AB21BB4D-3782-4C4A-867F-5D8303270E2C}" dt="2025-01-16T21:16:46.491" v="14" actId="26606"/>
          <ac:spMkLst>
            <pc:docMk/>
            <pc:sldMk cId="2879962269" sldId="270"/>
            <ac:spMk id="10" creationId="{047BFA19-D45E-416B-A404-7AF2F3F27017}"/>
          </ac:spMkLst>
        </pc:spChg>
        <pc:spChg chg="add">
          <ac:chgData name="Fatemeh Riahi" userId="74741997-fb4f-4f28-9311-b07723505439" providerId="ADAL" clId="{AB21BB4D-3782-4C4A-867F-5D8303270E2C}" dt="2025-01-16T21:16:46.491" v="14" actId="26606"/>
          <ac:spMkLst>
            <pc:docMk/>
            <pc:sldMk cId="2879962269" sldId="270"/>
            <ac:spMk id="12" creationId="{8E0105E7-23DB-4CF2-8258-FF47C7620F6E}"/>
          </ac:spMkLst>
        </pc:spChg>
        <pc:spChg chg="add">
          <ac:chgData name="Fatemeh Riahi" userId="74741997-fb4f-4f28-9311-b07723505439" providerId="ADAL" clId="{AB21BB4D-3782-4C4A-867F-5D8303270E2C}" dt="2025-01-16T21:16:46.491" v="14" actId="26606"/>
          <ac:spMkLst>
            <pc:docMk/>
            <pc:sldMk cId="2879962269" sldId="270"/>
            <ac:spMk id="14" creationId="{074B4F7D-14B2-478B-8BF5-01E4E0C5D263}"/>
          </ac:spMkLst>
        </pc:spChg>
      </pc:sldChg>
      <pc:sldChg chg="modSp mod">
        <pc:chgData name="Fatemeh Riahi" userId="74741997-fb4f-4f28-9311-b07723505439" providerId="ADAL" clId="{AB21BB4D-3782-4C4A-867F-5D8303270E2C}" dt="2025-01-16T21:19:44.153" v="35" actId="20577"/>
        <pc:sldMkLst>
          <pc:docMk/>
          <pc:sldMk cId="1448803844" sldId="271"/>
        </pc:sldMkLst>
        <pc:spChg chg="mod">
          <ac:chgData name="Fatemeh Riahi" userId="74741997-fb4f-4f28-9311-b07723505439" providerId="ADAL" clId="{AB21BB4D-3782-4C4A-867F-5D8303270E2C}" dt="2025-01-16T21:19:44.153" v="35" actId="20577"/>
          <ac:spMkLst>
            <pc:docMk/>
            <pc:sldMk cId="1448803844" sldId="271"/>
            <ac:spMk id="3" creationId="{24719240-E5AF-D392-40EE-46AD38683D02}"/>
          </ac:spMkLst>
        </pc:spChg>
      </pc:sldChg>
      <pc:sldChg chg="addSp modSp mod setBg">
        <pc:chgData name="Fatemeh Riahi" userId="74741997-fb4f-4f28-9311-b07723505439" providerId="ADAL" clId="{AB21BB4D-3782-4C4A-867F-5D8303270E2C}" dt="2025-01-16T21:17:00.873" v="16" actId="26606"/>
        <pc:sldMkLst>
          <pc:docMk/>
          <pc:sldMk cId="2652109174" sldId="274"/>
        </pc:sldMkLst>
        <pc:spChg chg="mod">
          <ac:chgData name="Fatemeh Riahi" userId="74741997-fb4f-4f28-9311-b07723505439" providerId="ADAL" clId="{AB21BB4D-3782-4C4A-867F-5D8303270E2C}" dt="2025-01-16T21:17:00.873" v="16" actId="26606"/>
          <ac:spMkLst>
            <pc:docMk/>
            <pc:sldMk cId="2652109174" sldId="274"/>
            <ac:spMk id="2" creationId="{79E6F63D-1CF1-B33A-9017-6F13A30F2FAA}"/>
          </ac:spMkLst>
        </pc:spChg>
        <pc:spChg chg="mod">
          <ac:chgData name="Fatemeh Riahi" userId="74741997-fb4f-4f28-9311-b07723505439" providerId="ADAL" clId="{AB21BB4D-3782-4C4A-867F-5D8303270E2C}" dt="2025-01-16T21:17:00.873" v="16" actId="26606"/>
          <ac:spMkLst>
            <pc:docMk/>
            <pc:sldMk cId="2652109174" sldId="274"/>
            <ac:spMk id="3" creationId="{722B695B-4ECB-AA8C-8E01-8FE1ECD32783}"/>
          </ac:spMkLst>
        </pc:spChg>
        <pc:spChg chg="add">
          <ac:chgData name="Fatemeh Riahi" userId="74741997-fb4f-4f28-9311-b07723505439" providerId="ADAL" clId="{AB21BB4D-3782-4C4A-867F-5D8303270E2C}" dt="2025-01-16T21:17:00.873" v="16" actId="26606"/>
          <ac:spMkLst>
            <pc:docMk/>
            <pc:sldMk cId="2652109174" sldId="274"/>
            <ac:spMk id="8" creationId="{DAF1966E-FD40-4A4A-B61B-C4DF7FA05F06}"/>
          </ac:spMkLst>
        </pc:spChg>
        <pc:spChg chg="add">
          <ac:chgData name="Fatemeh Riahi" userId="74741997-fb4f-4f28-9311-b07723505439" providerId="ADAL" clId="{AB21BB4D-3782-4C4A-867F-5D8303270E2C}" dt="2025-01-16T21:17:00.873" v="16" actId="26606"/>
          <ac:spMkLst>
            <pc:docMk/>
            <pc:sldMk cId="2652109174" sldId="274"/>
            <ac:spMk id="10" creationId="{047BFA19-D45E-416B-A404-7AF2F3F27017}"/>
          </ac:spMkLst>
        </pc:spChg>
        <pc:spChg chg="add">
          <ac:chgData name="Fatemeh Riahi" userId="74741997-fb4f-4f28-9311-b07723505439" providerId="ADAL" clId="{AB21BB4D-3782-4C4A-867F-5D8303270E2C}" dt="2025-01-16T21:17:00.873" v="16" actId="26606"/>
          <ac:spMkLst>
            <pc:docMk/>
            <pc:sldMk cId="2652109174" sldId="274"/>
            <ac:spMk id="12" creationId="{8E0105E7-23DB-4CF2-8258-FF47C7620F6E}"/>
          </ac:spMkLst>
        </pc:spChg>
        <pc:spChg chg="add">
          <ac:chgData name="Fatemeh Riahi" userId="74741997-fb4f-4f28-9311-b07723505439" providerId="ADAL" clId="{AB21BB4D-3782-4C4A-867F-5D8303270E2C}" dt="2025-01-16T21:17:00.873" v="16" actId="26606"/>
          <ac:spMkLst>
            <pc:docMk/>
            <pc:sldMk cId="2652109174" sldId="274"/>
            <ac:spMk id="14" creationId="{074B4F7D-14B2-478B-8BF5-01E4E0C5D263}"/>
          </ac:spMkLst>
        </pc:spChg>
      </pc:sldChg>
      <pc:sldChg chg="addSp modSp mod setBg">
        <pc:chgData name="Fatemeh Riahi" userId="74741997-fb4f-4f28-9311-b07723505439" providerId="ADAL" clId="{AB21BB4D-3782-4C4A-867F-5D8303270E2C}" dt="2025-01-16T21:17:18.544" v="19"/>
        <pc:sldMkLst>
          <pc:docMk/>
          <pc:sldMk cId="3668464770" sldId="275"/>
        </pc:sldMkLst>
        <pc:spChg chg="mod">
          <ac:chgData name="Fatemeh Riahi" userId="74741997-fb4f-4f28-9311-b07723505439" providerId="ADAL" clId="{AB21BB4D-3782-4C4A-867F-5D8303270E2C}" dt="2025-01-16T21:17:17.350" v="18" actId="26606"/>
          <ac:spMkLst>
            <pc:docMk/>
            <pc:sldMk cId="3668464770" sldId="275"/>
            <ac:spMk id="2" creationId="{AEA031F0-3AA2-E17C-2826-3E8C310D7ECC}"/>
          </ac:spMkLst>
        </pc:spChg>
        <pc:spChg chg="mod">
          <ac:chgData name="Fatemeh Riahi" userId="74741997-fb4f-4f28-9311-b07723505439" providerId="ADAL" clId="{AB21BB4D-3782-4C4A-867F-5D8303270E2C}" dt="2025-01-16T21:17:18.544" v="19"/>
          <ac:spMkLst>
            <pc:docMk/>
            <pc:sldMk cId="3668464770" sldId="275"/>
            <ac:spMk id="3" creationId="{41901200-D207-03BA-D2CE-55017CCFEE7F}"/>
          </ac:spMkLst>
        </pc:spChg>
        <pc:spChg chg="add">
          <ac:chgData name="Fatemeh Riahi" userId="74741997-fb4f-4f28-9311-b07723505439" providerId="ADAL" clId="{AB21BB4D-3782-4C4A-867F-5D8303270E2C}" dt="2025-01-16T21:17:17.350" v="18" actId="26606"/>
          <ac:spMkLst>
            <pc:docMk/>
            <pc:sldMk cId="3668464770" sldId="275"/>
            <ac:spMk id="8" creationId="{DAF1966E-FD40-4A4A-B61B-C4DF7FA05F06}"/>
          </ac:spMkLst>
        </pc:spChg>
        <pc:spChg chg="add">
          <ac:chgData name="Fatemeh Riahi" userId="74741997-fb4f-4f28-9311-b07723505439" providerId="ADAL" clId="{AB21BB4D-3782-4C4A-867F-5D8303270E2C}" dt="2025-01-16T21:17:17.350" v="18" actId="26606"/>
          <ac:spMkLst>
            <pc:docMk/>
            <pc:sldMk cId="3668464770" sldId="275"/>
            <ac:spMk id="10" creationId="{047BFA19-D45E-416B-A404-7AF2F3F27017}"/>
          </ac:spMkLst>
        </pc:spChg>
        <pc:spChg chg="add">
          <ac:chgData name="Fatemeh Riahi" userId="74741997-fb4f-4f28-9311-b07723505439" providerId="ADAL" clId="{AB21BB4D-3782-4C4A-867F-5D8303270E2C}" dt="2025-01-16T21:17:17.350" v="18" actId="26606"/>
          <ac:spMkLst>
            <pc:docMk/>
            <pc:sldMk cId="3668464770" sldId="275"/>
            <ac:spMk id="12" creationId="{8E0105E7-23DB-4CF2-8258-FF47C7620F6E}"/>
          </ac:spMkLst>
        </pc:spChg>
        <pc:spChg chg="add">
          <ac:chgData name="Fatemeh Riahi" userId="74741997-fb4f-4f28-9311-b07723505439" providerId="ADAL" clId="{AB21BB4D-3782-4C4A-867F-5D8303270E2C}" dt="2025-01-16T21:17:17.350" v="18" actId="26606"/>
          <ac:spMkLst>
            <pc:docMk/>
            <pc:sldMk cId="3668464770" sldId="275"/>
            <ac:spMk id="14" creationId="{074B4F7D-14B2-478B-8BF5-01E4E0C5D263}"/>
          </ac:spMkLst>
        </pc:spChg>
      </pc:sldChg>
      <pc:sldChg chg="addSp modSp mod setBg">
        <pc:chgData name="Fatemeh Riahi" userId="74741997-fb4f-4f28-9311-b07723505439" providerId="ADAL" clId="{AB21BB4D-3782-4C4A-867F-5D8303270E2C}" dt="2025-01-16T21:17:24.277" v="20" actId="26606"/>
        <pc:sldMkLst>
          <pc:docMk/>
          <pc:sldMk cId="312571561" sldId="276"/>
        </pc:sldMkLst>
        <pc:spChg chg="mod">
          <ac:chgData name="Fatemeh Riahi" userId="74741997-fb4f-4f28-9311-b07723505439" providerId="ADAL" clId="{AB21BB4D-3782-4C4A-867F-5D8303270E2C}" dt="2025-01-16T21:17:24.277" v="20" actId="26606"/>
          <ac:spMkLst>
            <pc:docMk/>
            <pc:sldMk cId="312571561" sldId="276"/>
            <ac:spMk id="2" creationId="{86F0A337-E8EC-AA5E-A63D-D71DDF0AFB28}"/>
          </ac:spMkLst>
        </pc:spChg>
        <pc:spChg chg="mod">
          <ac:chgData name="Fatemeh Riahi" userId="74741997-fb4f-4f28-9311-b07723505439" providerId="ADAL" clId="{AB21BB4D-3782-4C4A-867F-5D8303270E2C}" dt="2025-01-16T21:17:24.277" v="20" actId="26606"/>
          <ac:spMkLst>
            <pc:docMk/>
            <pc:sldMk cId="312571561" sldId="276"/>
            <ac:spMk id="3" creationId="{4EE9392D-D3E7-5046-DA10-48B420DEA380}"/>
          </ac:spMkLst>
        </pc:spChg>
        <pc:spChg chg="add">
          <ac:chgData name="Fatemeh Riahi" userId="74741997-fb4f-4f28-9311-b07723505439" providerId="ADAL" clId="{AB21BB4D-3782-4C4A-867F-5D8303270E2C}" dt="2025-01-16T21:17:24.277" v="20" actId="26606"/>
          <ac:spMkLst>
            <pc:docMk/>
            <pc:sldMk cId="312571561" sldId="276"/>
            <ac:spMk id="8" creationId="{DAF1966E-FD40-4A4A-B61B-C4DF7FA05F06}"/>
          </ac:spMkLst>
        </pc:spChg>
        <pc:spChg chg="add">
          <ac:chgData name="Fatemeh Riahi" userId="74741997-fb4f-4f28-9311-b07723505439" providerId="ADAL" clId="{AB21BB4D-3782-4C4A-867F-5D8303270E2C}" dt="2025-01-16T21:17:24.277" v="20" actId="26606"/>
          <ac:spMkLst>
            <pc:docMk/>
            <pc:sldMk cId="312571561" sldId="276"/>
            <ac:spMk id="10" creationId="{047BFA19-D45E-416B-A404-7AF2F3F27017}"/>
          </ac:spMkLst>
        </pc:spChg>
        <pc:spChg chg="add">
          <ac:chgData name="Fatemeh Riahi" userId="74741997-fb4f-4f28-9311-b07723505439" providerId="ADAL" clId="{AB21BB4D-3782-4C4A-867F-5D8303270E2C}" dt="2025-01-16T21:17:24.277" v="20" actId="26606"/>
          <ac:spMkLst>
            <pc:docMk/>
            <pc:sldMk cId="312571561" sldId="276"/>
            <ac:spMk id="12" creationId="{8E0105E7-23DB-4CF2-8258-FF47C7620F6E}"/>
          </ac:spMkLst>
        </pc:spChg>
        <pc:spChg chg="add">
          <ac:chgData name="Fatemeh Riahi" userId="74741997-fb4f-4f28-9311-b07723505439" providerId="ADAL" clId="{AB21BB4D-3782-4C4A-867F-5D8303270E2C}" dt="2025-01-16T21:17:24.277" v="20" actId="26606"/>
          <ac:spMkLst>
            <pc:docMk/>
            <pc:sldMk cId="312571561" sldId="276"/>
            <ac:spMk id="14" creationId="{074B4F7D-14B2-478B-8BF5-01E4E0C5D263}"/>
          </ac:spMkLst>
        </pc:spChg>
      </pc:sldChg>
      <pc:sldChg chg="addSp modSp mod setBg">
        <pc:chgData name="Fatemeh Riahi" userId="74741997-fb4f-4f28-9311-b07723505439" providerId="ADAL" clId="{AB21BB4D-3782-4C4A-867F-5D8303270E2C}" dt="2025-01-16T21:17:36.250" v="21" actId="26606"/>
        <pc:sldMkLst>
          <pc:docMk/>
          <pc:sldMk cId="2890172490" sldId="277"/>
        </pc:sldMkLst>
        <pc:spChg chg="mod">
          <ac:chgData name="Fatemeh Riahi" userId="74741997-fb4f-4f28-9311-b07723505439" providerId="ADAL" clId="{AB21BB4D-3782-4C4A-867F-5D8303270E2C}" dt="2025-01-16T21:17:36.250" v="21" actId="26606"/>
          <ac:spMkLst>
            <pc:docMk/>
            <pc:sldMk cId="2890172490" sldId="277"/>
            <ac:spMk id="2" creationId="{649BEFD1-A1BF-0C06-9A0E-46D27173C804}"/>
          </ac:spMkLst>
        </pc:spChg>
        <pc:spChg chg="mod">
          <ac:chgData name="Fatemeh Riahi" userId="74741997-fb4f-4f28-9311-b07723505439" providerId="ADAL" clId="{AB21BB4D-3782-4C4A-867F-5D8303270E2C}" dt="2025-01-16T21:17:36.250" v="21" actId="26606"/>
          <ac:spMkLst>
            <pc:docMk/>
            <pc:sldMk cId="2890172490" sldId="277"/>
            <ac:spMk id="5" creationId="{1F172F9F-6322-55B7-4C52-D2C6C241C656}"/>
          </ac:spMkLst>
        </pc:spChg>
        <pc:spChg chg="add">
          <ac:chgData name="Fatemeh Riahi" userId="74741997-fb4f-4f28-9311-b07723505439" providerId="ADAL" clId="{AB21BB4D-3782-4C4A-867F-5D8303270E2C}" dt="2025-01-16T21:17:36.250" v="21" actId="26606"/>
          <ac:spMkLst>
            <pc:docMk/>
            <pc:sldMk cId="2890172490" sldId="277"/>
            <ac:spMk id="10" creationId="{2550BE34-C2B8-49B8-8519-67A8CAD51AE9}"/>
          </ac:spMkLst>
        </pc:spChg>
        <pc:spChg chg="add">
          <ac:chgData name="Fatemeh Riahi" userId="74741997-fb4f-4f28-9311-b07723505439" providerId="ADAL" clId="{AB21BB4D-3782-4C4A-867F-5D8303270E2C}" dt="2025-01-16T21:17:36.250" v="21" actId="26606"/>
          <ac:spMkLst>
            <pc:docMk/>
            <pc:sldMk cId="2890172490" sldId="277"/>
            <ac:spMk id="12" creationId="{A7457DD9-5A45-400A-AB4B-4B4EDECA25F1}"/>
          </ac:spMkLst>
        </pc:spChg>
        <pc:spChg chg="add">
          <ac:chgData name="Fatemeh Riahi" userId="74741997-fb4f-4f28-9311-b07723505439" providerId="ADAL" clId="{AB21BB4D-3782-4C4A-867F-5D8303270E2C}" dt="2025-01-16T21:17:36.250" v="21" actId="26606"/>
          <ac:spMkLst>
            <pc:docMk/>
            <pc:sldMk cId="2890172490" sldId="277"/>
            <ac:spMk id="14" creationId="{441CF7D6-A660-431A-B0BB-140A0D5556B6}"/>
          </ac:spMkLst>
        </pc:spChg>
        <pc:spChg chg="add">
          <ac:chgData name="Fatemeh Riahi" userId="74741997-fb4f-4f28-9311-b07723505439" providerId="ADAL" clId="{AB21BB4D-3782-4C4A-867F-5D8303270E2C}" dt="2025-01-16T21:17:36.250" v="21" actId="26606"/>
          <ac:spMkLst>
            <pc:docMk/>
            <pc:sldMk cId="2890172490" sldId="277"/>
            <ac:spMk id="16" creationId="{0570A85B-3810-4F95-97B0-CBF4CCDB381C}"/>
          </ac:spMkLst>
        </pc:spChg>
        <pc:picChg chg="mod">
          <ac:chgData name="Fatemeh Riahi" userId="74741997-fb4f-4f28-9311-b07723505439" providerId="ADAL" clId="{AB21BB4D-3782-4C4A-867F-5D8303270E2C}" dt="2025-01-16T21:17:36.250" v="21" actId="26606"/>
          <ac:picMkLst>
            <pc:docMk/>
            <pc:sldMk cId="2890172490" sldId="277"/>
            <ac:picMk id="4" creationId="{BF5CD2E2-57C2-6C2F-D7F8-FABFEAD9F90F}"/>
          </ac:picMkLst>
        </pc:picChg>
      </pc:sldChg>
      <pc:sldChg chg="addSp modSp mod setBg">
        <pc:chgData name="Fatemeh Riahi" userId="74741997-fb4f-4f28-9311-b07723505439" providerId="ADAL" clId="{AB21BB4D-3782-4C4A-867F-5D8303270E2C}" dt="2025-01-16T21:17:49.752" v="22" actId="26606"/>
        <pc:sldMkLst>
          <pc:docMk/>
          <pc:sldMk cId="3516198664" sldId="278"/>
        </pc:sldMkLst>
        <pc:spChg chg="mod">
          <ac:chgData name="Fatemeh Riahi" userId="74741997-fb4f-4f28-9311-b07723505439" providerId="ADAL" clId="{AB21BB4D-3782-4C4A-867F-5D8303270E2C}" dt="2025-01-16T21:17:49.752" v="22" actId="26606"/>
          <ac:spMkLst>
            <pc:docMk/>
            <pc:sldMk cId="3516198664" sldId="278"/>
            <ac:spMk id="2" creationId="{C875944D-F64E-2A58-A664-98DDCA567710}"/>
          </ac:spMkLst>
        </pc:spChg>
        <pc:spChg chg="mod">
          <ac:chgData name="Fatemeh Riahi" userId="74741997-fb4f-4f28-9311-b07723505439" providerId="ADAL" clId="{AB21BB4D-3782-4C4A-867F-5D8303270E2C}" dt="2025-01-16T21:17:49.752" v="22" actId="26606"/>
          <ac:spMkLst>
            <pc:docMk/>
            <pc:sldMk cId="3516198664" sldId="278"/>
            <ac:spMk id="3" creationId="{E5211246-722A-02A6-1C5B-177D414A5D2C}"/>
          </ac:spMkLst>
        </pc:spChg>
        <pc:spChg chg="add">
          <ac:chgData name="Fatemeh Riahi" userId="74741997-fb4f-4f28-9311-b07723505439" providerId="ADAL" clId="{AB21BB4D-3782-4C4A-867F-5D8303270E2C}" dt="2025-01-16T21:17:49.752" v="22" actId="26606"/>
          <ac:spMkLst>
            <pc:docMk/>
            <pc:sldMk cId="3516198664" sldId="278"/>
            <ac:spMk id="8" creationId="{DAF1966E-FD40-4A4A-B61B-C4DF7FA05F06}"/>
          </ac:spMkLst>
        </pc:spChg>
        <pc:spChg chg="add">
          <ac:chgData name="Fatemeh Riahi" userId="74741997-fb4f-4f28-9311-b07723505439" providerId="ADAL" clId="{AB21BB4D-3782-4C4A-867F-5D8303270E2C}" dt="2025-01-16T21:17:49.752" v="22" actId="26606"/>
          <ac:spMkLst>
            <pc:docMk/>
            <pc:sldMk cId="3516198664" sldId="278"/>
            <ac:spMk id="10" creationId="{047BFA19-D45E-416B-A404-7AF2F3F27017}"/>
          </ac:spMkLst>
        </pc:spChg>
        <pc:spChg chg="add">
          <ac:chgData name="Fatemeh Riahi" userId="74741997-fb4f-4f28-9311-b07723505439" providerId="ADAL" clId="{AB21BB4D-3782-4C4A-867F-5D8303270E2C}" dt="2025-01-16T21:17:49.752" v="22" actId="26606"/>
          <ac:spMkLst>
            <pc:docMk/>
            <pc:sldMk cId="3516198664" sldId="278"/>
            <ac:spMk id="12" creationId="{8E0105E7-23DB-4CF2-8258-FF47C7620F6E}"/>
          </ac:spMkLst>
        </pc:spChg>
        <pc:spChg chg="add">
          <ac:chgData name="Fatemeh Riahi" userId="74741997-fb4f-4f28-9311-b07723505439" providerId="ADAL" clId="{AB21BB4D-3782-4C4A-867F-5D8303270E2C}" dt="2025-01-16T21:17:49.752" v="22" actId="26606"/>
          <ac:spMkLst>
            <pc:docMk/>
            <pc:sldMk cId="3516198664" sldId="278"/>
            <ac:spMk id="14" creationId="{074B4F7D-14B2-478B-8BF5-01E4E0C5D263}"/>
          </ac:spMkLst>
        </pc:spChg>
      </pc:sldChg>
      <pc:sldChg chg="addSp modSp mod setBg">
        <pc:chgData name="Fatemeh Riahi" userId="74741997-fb4f-4f28-9311-b07723505439" providerId="ADAL" clId="{AB21BB4D-3782-4C4A-867F-5D8303270E2C}" dt="2025-01-16T21:17:53.777" v="23" actId="26606"/>
        <pc:sldMkLst>
          <pc:docMk/>
          <pc:sldMk cId="109277991" sldId="289"/>
        </pc:sldMkLst>
        <pc:spChg chg="mod">
          <ac:chgData name="Fatemeh Riahi" userId="74741997-fb4f-4f28-9311-b07723505439" providerId="ADAL" clId="{AB21BB4D-3782-4C4A-867F-5D8303270E2C}" dt="2025-01-16T21:17:53.777" v="23" actId="26606"/>
          <ac:spMkLst>
            <pc:docMk/>
            <pc:sldMk cId="109277991" sldId="289"/>
            <ac:spMk id="2" creationId="{735D744B-8427-C398-1D63-2DF0FC2C4D2B}"/>
          </ac:spMkLst>
        </pc:spChg>
        <pc:spChg chg="add">
          <ac:chgData name="Fatemeh Riahi" userId="74741997-fb4f-4f28-9311-b07723505439" providerId="ADAL" clId="{AB21BB4D-3782-4C4A-867F-5D8303270E2C}" dt="2025-01-16T21:17:53.777" v="23" actId="26606"/>
          <ac:spMkLst>
            <pc:docMk/>
            <pc:sldMk cId="109277991" sldId="289"/>
            <ac:spMk id="9" creationId="{C1A1C5D3-C053-4EE9-BE1A-419B6E27CCAE}"/>
          </ac:spMkLst>
        </pc:spChg>
        <pc:spChg chg="add">
          <ac:chgData name="Fatemeh Riahi" userId="74741997-fb4f-4f28-9311-b07723505439" providerId="ADAL" clId="{AB21BB4D-3782-4C4A-867F-5D8303270E2C}" dt="2025-01-16T21:17:53.777" v="23" actId="26606"/>
          <ac:spMkLst>
            <pc:docMk/>
            <pc:sldMk cId="109277991" sldId="289"/>
            <ac:spMk id="11" creationId="{A3473CF9-37EB-43E7-89EF-D2D1C53D1DAC}"/>
          </ac:spMkLst>
        </pc:spChg>
        <pc:spChg chg="add">
          <ac:chgData name="Fatemeh Riahi" userId="74741997-fb4f-4f28-9311-b07723505439" providerId="ADAL" clId="{AB21BB4D-3782-4C4A-867F-5D8303270E2C}" dt="2025-01-16T21:17:53.777" v="23" actId="26606"/>
          <ac:spMkLst>
            <pc:docMk/>
            <pc:sldMk cId="109277991" sldId="289"/>
            <ac:spMk id="13" creationId="{586B4EF9-43BA-4655-A6FF-1D8E21574C95}"/>
          </ac:spMkLst>
        </pc:spChg>
        <pc:picChg chg="mod">
          <ac:chgData name="Fatemeh Riahi" userId="74741997-fb4f-4f28-9311-b07723505439" providerId="ADAL" clId="{AB21BB4D-3782-4C4A-867F-5D8303270E2C}" dt="2025-01-16T21:17:53.777" v="23" actId="26606"/>
          <ac:picMkLst>
            <pc:docMk/>
            <pc:sldMk cId="109277991" sldId="289"/>
            <ac:picMk id="4" creationId="{3CBD1EC7-5E1C-426E-5483-49EB3FF8769F}"/>
          </ac:picMkLst>
        </pc:picChg>
      </pc:sldChg>
      <pc:sldChg chg="addSp modSp mod setBg">
        <pc:chgData name="Fatemeh Riahi" userId="74741997-fb4f-4f28-9311-b07723505439" providerId="ADAL" clId="{AB21BB4D-3782-4C4A-867F-5D8303270E2C}" dt="2025-01-16T21:17:57.296" v="24" actId="26606"/>
        <pc:sldMkLst>
          <pc:docMk/>
          <pc:sldMk cId="2802403523" sldId="290"/>
        </pc:sldMkLst>
        <pc:spChg chg="mod">
          <ac:chgData name="Fatemeh Riahi" userId="74741997-fb4f-4f28-9311-b07723505439" providerId="ADAL" clId="{AB21BB4D-3782-4C4A-867F-5D8303270E2C}" dt="2025-01-16T21:17:57.296" v="24" actId="26606"/>
          <ac:spMkLst>
            <pc:docMk/>
            <pc:sldMk cId="2802403523" sldId="290"/>
            <ac:spMk id="2" creationId="{FF3F0A8C-02DC-58A6-A7B0-9F1AB4E748FC}"/>
          </ac:spMkLst>
        </pc:spChg>
        <pc:spChg chg="mod">
          <ac:chgData name="Fatemeh Riahi" userId="74741997-fb4f-4f28-9311-b07723505439" providerId="ADAL" clId="{AB21BB4D-3782-4C4A-867F-5D8303270E2C}" dt="2025-01-16T21:17:57.296" v="24" actId="26606"/>
          <ac:spMkLst>
            <pc:docMk/>
            <pc:sldMk cId="2802403523" sldId="290"/>
            <ac:spMk id="3" creationId="{559EC786-6929-3117-F4E1-1E677A825BE8}"/>
          </ac:spMkLst>
        </pc:spChg>
        <pc:spChg chg="add">
          <ac:chgData name="Fatemeh Riahi" userId="74741997-fb4f-4f28-9311-b07723505439" providerId="ADAL" clId="{AB21BB4D-3782-4C4A-867F-5D8303270E2C}" dt="2025-01-16T21:17:57.296" v="24" actId="26606"/>
          <ac:spMkLst>
            <pc:docMk/>
            <pc:sldMk cId="2802403523" sldId="290"/>
            <ac:spMk id="8" creationId="{DAF1966E-FD40-4A4A-B61B-C4DF7FA05F06}"/>
          </ac:spMkLst>
        </pc:spChg>
        <pc:spChg chg="add">
          <ac:chgData name="Fatemeh Riahi" userId="74741997-fb4f-4f28-9311-b07723505439" providerId="ADAL" clId="{AB21BB4D-3782-4C4A-867F-5D8303270E2C}" dt="2025-01-16T21:17:57.296" v="24" actId="26606"/>
          <ac:spMkLst>
            <pc:docMk/>
            <pc:sldMk cId="2802403523" sldId="290"/>
            <ac:spMk id="10" creationId="{047BFA19-D45E-416B-A404-7AF2F3F27017}"/>
          </ac:spMkLst>
        </pc:spChg>
        <pc:spChg chg="add">
          <ac:chgData name="Fatemeh Riahi" userId="74741997-fb4f-4f28-9311-b07723505439" providerId="ADAL" clId="{AB21BB4D-3782-4C4A-867F-5D8303270E2C}" dt="2025-01-16T21:17:57.296" v="24" actId="26606"/>
          <ac:spMkLst>
            <pc:docMk/>
            <pc:sldMk cId="2802403523" sldId="290"/>
            <ac:spMk id="12" creationId="{8E0105E7-23DB-4CF2-8258-FF47C7620F6E}"/>
          </ac:spMkLst>
        </pc:spChg>
        <pc:spChg chg="add">
          <ac:chgData name="Fatemeh Riahi" userId="74741997-fb4f-4f28-9311-b07723505439" providerId="ADAL" clId="{AB21BB4D-3782-4C4A-867F-5D8303270E2C}" dt="2025-01-16T21:17:57.296" v="24" actId="26606"/>
          <ac:spMkLst>
            <pc:docMk/>
            <pc:sldMk cId="2802403523" sldId="290"/>
            <ac:spMk id="14" creationId="{074B4F7D-14B2-478B-8BF5-01E4E0C5D263}"/>
          </ac:spMkLst>
        </pc:spChg>
      </pc:sldChg>
      <pc:sldChg chg="addSp modSp mod setBg">
        <pc:chgData name="Fatemeh Riahi" userId="74741997-fb4f-4f28-9311-b07723505439" providerId="ADAL" clId="{AB21BB4D-3782-4C4A-867F-5D8303270E2C}" dt="2025-01-16T21:18:01.021" v="25" actId="26606"/>
        <pc:sldMkLst>
          <pc:docMk/>
          <pc:sldMk cId="1224102451" sldId="293"/>
        </pc:sldMkLst>
        <pc:spChg chg="mod">
          <ac:chgData name="Fatemeh Riahi" userId="74741997-fb4f-4f28-9311-b07723505439" providerId="ADAL" clId="{AB21BB4D-3782-4C4A-867F-5D8303270E2C}" dt="2025-01-16T21:18:01.021" v="25" actId="26606"/>
          <ac:spMkLst>
            <pc:docMk/>
            <pc:sldMk cId="1224102451" sldId="293"/>
            <ac:spMk id="2" creationId="{492D2978-C16F-6945-7991-68ED1116F5A8}"/>
          </ac:spMkLst>
        </pc:spChg>
        <pc:spChg chg="mod">
          <ac:chgData name="Fatemeh Riahi" userId="74741997-fb4f-4f28-9311-b07723505439" providerId="ADAL" clId="{AB21BB4D-3782-4C4A-867F-5D8303270E2C}" dt="2025-01-16T21:18:01.021" v="25" actId="26606"/>
          <ac:spMkLst>
            <pc:docMk/>
            <pc:sldMk cId="1224102451" sldId="293"/>
            <ac:spMk id="3" creationId="{FBFFC367-9188-E513-3E49-4A0300B1FA77}"/>
          </ac:spMkLst>
        </pc:spChg>
        <pc:spChg chg="add">
          <ac:chgData name="Fatemeh Riahi" userId="74741997-fb4f-4f28-9311-b07723505439" providerId="ADAL" clId="{AB21BB4D-3782-4C4A-867F-5D8303270E2C}" dt="2025-01-16T21:18:01.021" v="25" actId="26606"/>
          <ac:spMkLst>
            <pc:docMk/>
            <pc:sldMk cId="1224102451" sldId="293"/>
            <ac:spMk id="8" creationId="{DAF1966E-FD40-4A4A-B61B-C4DF7FA05F06}"/>
          </ac:spMkLst>
        </pc:spChg>
        <pc:spChg chg="add">
          <ac:chgData name="Fatemeh Riahi" userId="74741997-fb4f-4f28-9311-b07723505439" providerId="ADAL" clId="{AB21BB4D-3782-4C4A-867F-5D8303270E2C}" dt="2025-01-16T21:18:01.021" v="25" actId="26606"/>
          <ac:spMkLst>
            <pc:docMk/>
            <pc:sldMk cId="1224102451" sldId="293"/>
            <ac:spMk id="10" creationId="{047BFA19-D45E-416B-A404-7AF2F3F27017}"/>
          </ac:spMkLst>
        </pc:spChg>
        <pc:spChg chg="add">
          <ac:chgData name="Fatemeh Riahi" userId="74741997-fb4f-4f28-9311-b07723505439" providerId="ADAL" clId="{AB21BB4D-3782-4C4A-867F-5D8303270E2C}" dt="2025-01-16T21:18:01.021" v="25" actId="26606"/>
          <ac:spMkLst>
            <pc:docMk/>
            <pc:sldMk cId="1224102451" sldId="293"/>
            <ac:spMk id="12" creationId="{8E0105E7-23DB-4CF2-8258-FF47C7620F6E}"/>
          </ac:spMkLst>
        </pc:spChg>
        <pc:spChg chg="add">
          <ac:chgData name="Fatemeh Riahi" userId="74741997-fb4f-4f28-9311-b07723505439" providerId="ADAL" clId="{AB21BB4D-3782-4C4A-867F-5D8303270E2C}" dt="2025-01-16T21:18:01.021" v="25" actId="26606"/>
          <ac:spMkLst>
            <pc:docMk/>
            <pc:sldMk cId="1224102451" sldId="293"/>
            <ac:spMk id="14" creationId="{074B4F7D-14B2-478B-8BF5-01E4E0C5D263}"/>
          </ac:spMkLst>
        </pc:spChg>
      </pc:sldChg>
      <pc:sldChg chg="addSp modSp mod setBg">
        <pc:chgData name="Fatemeh Riahi" userId="74741997-fb4f-4f28-9311-b07723505439" providerId="ADAL" clId="{AB21BB4D-3782-4C4A-867F-5D8303270E2C}" dt="2025-01-16T21:18:11.844" v="26" actId="26606"/>
        <pc:sldMkLst>
          <pc:docMk/>
          <pc:sldMk cId="3433059391" sldId="294"/>
        </pc:sldMkLst>
        <pc:spChg chg="mod">
          <ac:chgData name="Fatemeh Riahi" userId="74741997-fb4f-4f28-9311-b07723505439" providerId="ADAL" clId="{AB21BB4D-3782-4C4A-867F-5D8303270E2C}" dt="2025-01-16T21:18:11.844" v="26" actId="26606"/>
          <ac:spMkLst>
            <pc:docMk/>
            <pc:sldMk cId="3433059391" sldId="294"/>
            <ac:spMk id="2" creationId="{30F1F55A-8C22-8163-7CE7-C22AB821769A}"/>
          </ac:spMkLst>
        </pc:spChg>
        <pc:spChg chg="mod">
          <ac:chgData name="Fatemeh Riahi" userId="74741997-fb4f-4f28-9311-b07723505439" providerId="ADAL" clId="{AB21BB4D-3782-4C4A-867F-5D8303270E2C}" dt="2025-01-16T21:18:11.844" v="26" actId="26606"/>
          <ac:spMkLst>
            <pc:docMk/>
            <pc:sldMk cId="3433059391" sldId="294"/>
            <ac:spMk id="5" creationId="{BD968A46-CA74-873B-6FA5-E507C2B93A60}"/>
          </ac:spMkLst>
        </pc:spChg>
        <pc:spChg chg="add">
          <ac:chgData name="Fatemeh Riahi" userId="74741997-fb4f-4f28-9311-b07723505439" providerId="ADAL" clId="{AB21BB4D-3782-4C4A-867F-5D8303270E2C}" dt="2025-01-16T21:18:11.844" v="26" actId="26606"/>
          <ac:spMkLst>
            <pc:docMk/>
            <pc:sldMk cId="3433059391" sldId="294"/>
            <ac:spMk id="10" creationId="{DAF1966E-FD40-4A4A-B61B-C4DF7FA05F06}"/>
          </ac:spMkLst>
        </pc:spChg>
        <pc:spChg chg="add">
          <ac:chgData name="Fatemeh Riahi" userId="74741997-fb4f-4f28-9311-b07723505439" providerId="ADAL" clId="{AB21BB4D-3782-4C4A-867F-5D8303270E2C}" dt="2025-01-16T21:18:11.844" v="26" actId="26606"/>
          <ac:spMkLst>
            <pc:docMk/>
            <pc:sldMk cId="3433059391" sldId="294"/>
            <ac:spMk id="12" creationId="{047BFA19-D45E-416B-A404-7AF2F3F27017}"/>
          </ac:spMkLst>
        </pc:spChg>
        <pc:spChg chg="add">
          <ac:chgData name="Fatemeh Riahi" userId="74741997-fb4f-4f28-9311-b07723505439" providerId="ADAL" clId="{AB21BB4D-3782-4C4A-867F-5D8303270E2C}" dt="2025-01-16T21:18:11.844" v="26" actId="26606"/>
          <ac:spMkLst>
            <pc:docMk/>
            <pc:sldMk cId="3433059391" sldId="294"/>
            <ac:spMk id="14" creationId="{8E0105E7-23DB-4CF2-8258-FF47C7620F6E}"/>
          </ac:spMkLst>
        </pc:spChg>
        <pc:spChg chg="add">
          <ac:chgData name="Fatemeh Riahi" userId="74741997-fb4f-4f28-9311-b07723505439" providerId="ADAL" clId="{AB21BB4D-3782-4C4A-867F-5D8303270E2C}" dt="2025-01-16T21:18:11.844" v="26" actId="26606"/>
          <ac:spMkLst>
            <pc:docMk/>
            <pc:sldMk cId="3433059391" sldId="294"/>
            <ac:spMk id="16" creationId="{074B4F7D-14B2-478B-8BF5-01E4E0C5D263}"/>
          </ac:spMkLst>
        </pc:spChg>
      </pc:sldChg>
      <pc:sldChg chg="addSp modSp mod setBg">
        <pc:chgData name="Fatemeh Riahi" userId="74741997-fb4f-4f28-9311-b07723505439" providerId="ADAL" clId="{AB21BB4D-3782-4C4A-867F-5D8303270E2C}" dt="2025-01-16T21:18:15.870" v="27" actId="26606"/>
        <pc:sldMkLst>
          <pc:docMk/>
          <pc:sldMk cId="1765785949" sldId="295"/>
        </pc:sldMkLst>
        <pc:spChg chg="mod">
          <ac:chgData name="Fatemeh Riahi" userId="74741997-fb4f-4f28-9311-b07723505439" providerId="ADAL" clId="{AB21BB4D-3782-4C4A-867F-5D8303270E2C}" dt="2025-01-16T21:18:15.870" v="27" actId="26606"/>
          <ac:spMkLst>
            <pc:docMk/>
            <pc:sldMk cId="1765785949" sldId="295"/>
            <ac:spMk id="2" creationId="{B5EA2BA2-BAD1-56F1-3F66-601A620EA924}"/>
          </ac:spMkLst>
        </pc:spChg>
        <pc:spChg chg="mod">
          <ac:chgData name="Fatemeh Riahi" userId="74741997-fb4f-4f28-9311-b07723505439" providerId="ADAL" clId="{AB21BB4D-3782-4C4A-867F-5D8303270E2C}" dt="2025-01-16T21:18:15.870" v="27" actId="26606"/>
          <ac:spMkLst>
            <pc:docMk/>
            <pc:sldMk cId="1765785949" sldId="295"/>
            <ac:spMk id="3" creationId="{C0689F77-B3BB-C3EC-B34C-9A9B3401661B}"/>
          </ac:spMkLst>
        </pc:spChg>
        <pc:spChg chg="add">
          <ac:chgData name="Fatemeh Riahi" userId="74741997-fb4f-4f28-9311-b07723505439" providerId="ADAL" clId="{AB21BB4D-3782-4C4A-867F-5D8303270E2C}" dt="2025-01-16T21:18:15.870" v="27" actId="26606"/>
          <ac:spMkLst>
            <pc:docMk/>
            <pc:sldMk cId="1765785949" sldId="295"/>
            <ac:spMk id="8" creationId="{DAF1966E-FD40-4A4A-B61B-C4DF7FA05F06}"/>
          </ac:spMkLst>
        </pc:spChg>
        <pc:spChg chg="add">
          <ac:chgData name="Fatemeh Riahi" userId="74741997-fb4f-4f28-9311-b07723505439" providerId="ADAL" clId="{AB21BB4D-3782-4C4A-867F-5D8303270E2C}" dt="2025-01-16T21:18:15.870" v="27" actId="26606"/>
          <ac:spMkLst>
            <pc:docMk/>
            <pc:sldMk cId="1765785949" sldId="295"/>
            <ac:spMk id="10" creationId="{047BFA19-D45E-416B-A404-7AF2F3F27017}"/>
          </ac:spMkLst>
        </pc:spChg>
        <pc:spChg chg="add">
          <ac:chgData name="Fatemeh Riahi" userId="74741997-fb4f-4f28-9311-b07723505439" providerId="ADAL" clId="{AB21BB4D-3782-4C4A-867F-5D8303270E2C}" dt="2025-01-16T21:18:15.870" v="27" actId="26606"/>
          <ac:spMkLst>
            <pc:docMk/>
            <pc:sldMk cId="1765785949" sldId="295"/>
            <ac:spMk id="12" creationId="{8E0105E7-23DB-4CF2-8258-FF47C7620F6E}"/>
          </ac:spMkLst>
        </pc:spChg>
        <pc:spChg chg="add">
          <ac:chgData name="Fatemeh Riahi" userId="74741997-fb4f-4f28-9311-b07723505439" providerId="ADAL" clId="{AB21BB4D-3782-4C4A-867F-5D8303270E2C}" dt="2025-01-16T21:18:15.870" v="27" actId="26606"/>
          <ac:spMkLst>
            <pc:docMk/>
            <pc:sldMk cId="1765785949" sldId="295"/>
            <ac:spMk id="14" creationId="{074B4F7D-14B2-478B-8BF5-01E4E0C5D263}"/>
          </ac:spMkLst>
        </pc:spChg>
      </pc:sldChg>
      <pc:sldChg chg="addSp modSp mod setBg">
        <pc:chgData name="Fatemeh Riahi" userId="74741997-fb4f-4f28-9311-b07723505439" providerId="ADAL" clId="{AB21BB4D-3782-4C4A-867F-5D8303270E2C}" dt="2025-01-16T21:18:18.552" v="28" actId="26606"/>
        <pc:sldMkLst>
          <pc:docMk/>
          <pc:sldMk cId="3340884788" sldId="296"/>
        </pc:sldMkLst>
        <pc:spChg chg="mod">
          <ac:chgData name="Fatemeh Riahi" userId="74741997-fb4f-4f28-9311-b07723505439" providerId="ADAL" clId="{AB21BB4D-3782-4C4A-867F-5D8303270E2C}" dt="2025-01-16T21:18:18.552" v="28" actId="26606"/>
          <ac:spMkLst>
            <pc:docMk/>
            <pc:sldMk cId="3340884788" sldId="296"/>
            <ac:spMk id="2" creationId="{474E8FFF-232D-A67E-21CA-FB6D5AF90C2C}"/>
          </ac:spMkLst>
        </pc:spChg>
        <pc:spChg chg="mod">
          <ac:chgData name="Fatemeh Riahi" userId="74741997-fb4f-4f28-9311-b07723505439" providerId="ADAL" clId="{AB21BB4D-3782-4C4A-867F-5D8303270E2C}" dt="2025-01-16T21:18:18.552" v="28" actId="26606"/>
          <ac:spMkLst>
            <pc:docMk/>
            <pc:sldMk cId="3340884788" sldId="296"/>
            <ac:spMk id="3" creationId="{E6E389DE-CE79-63A0-1972-DB563BB35616}"/>
          </ac:spMkLst>
        </pc:spChg>
        <pc:spChg chg="add">
          <ac:chgData name="Fatemeh Riahi" userId="74741997-fb4f-4f28-9311-b07723505439" providerId="ADAL" clId="{AB21BB4D-3782-4C4A-867F-5D8303270E2C}" dt="2025-01-16T21:18:18.552" v="28" actId="26606"/>
          <ac:spMkLst>
            <pc:docMk/>
            <pc:sldMk cId="3340884788" sldId="296"/>
            <ac:spMk id="8" creationId="{DAF1966E-FD40-4A4A-B61B-C4DF7FA05F06}"/>
          </ac:spMkLst>
        </pc:spChg>
        <pc:spChg chg="add">
          <ac:chgData name="Fatemeh Riahi" userId="74741997-fb4f-4f28-9311-b07723505439" providerId="ADAL" clId="{AB21BB4D-3782-4C4A-867F-5D8303270E2C}" dt="2025-01-16T21:18:18.552" v="28" actId="26606"/>
          <ac:spMkLst>
            <pc:docMk/>
            <pc:sldMk cId="3340884788" sldId="296"/>
            <ac:spMk id="10" creationId="{047BFA19-D45E-416B-A404-7AF2F3F27017}"/>
          </ac:spMkLst>
        </pc:spChg>
        <pc:spChg chg="add">
          <ac:chgData name="Fatemeh Riahi" userId="74741997-fb4f-4f28-9311-b07723505439" providerId="ADAL" clId="{AB21BB4D-3782-4C4A-867F-5D8303270E2C}" dt="2025-01-16T21:18:18.552" v="28" actId="26606"/>
          <ac:spMkLst>
            <pc:docMk/>
            <pc:sldMk cId="3340884788" sldId="296"/>
            <ac:spMk id="12" creationId="{8E0105E7-23DB-4CF2-8258-FF47C7620F6E}"/>
          </ac:spMkLst>
        </pc:spChg>
        <pc:spChg chg="add">
          <ac:chgData name="Fatemeh Riahi" userId="74741997-fb4f-4f28-9311-b07723505439" providerId="ADAL" clId="{AB21BB4D-3782-4C4A-867F-5D8303270E2C}" dt="2025-01-16T21:18:18.552" v="28" actId="26606"/>
          <ac:spMkLst>
            <pc:docMk/>
            <pc:sldMk cId="3340884788" sldId="296"/>
            <ac:spMk id="14" creationId="{074B4F7D-14B2-478B-8BF5-01E4E0C5D263}"/>
          </ac:spMkLst>
        </pc:spChg>
      </pc:sldChg>
      <pc:sldChg chg="addSp modSp mod setBg">
        <pc:chgData name="Fatemeh Riahi" userId="74741997-fb4f-4f28-9311-b07723505439" providerId="ADAL" clId="{AB21BB4D-3782-4C4A-867F-5D8303270E2C}" dt="2025-01-16T21:18:29.860" v="29" actId="26606"/>
        <pc:sldMkLst>
          <pc:docMk/>
          <pc:sldMk cId="4082524880" sldId="297"/>
        </pc:sldMkLst>
        <pc:spChg chg="mod">
          <ac:chgData name="Fatemeh Riahi" userId="74741997-fb4f-4f28-9311-b07723505439" providerId="ADAL" clId="{AB21BB4D-3782-4C4A-867F-5D8303270E2C}" dt="2025-01-16T21:18:29.860" v="29" actId="26606"/>
          <ac:spMkLst>
            <pc:docMk/>
            <pc:sldMk cId="4082524880" sldId="297"/>
            <ac:spMk id="2" creationId="{40FB6433-7FCD-C482-C401-0E271283994F}"/>
          </ac:spMkLst>
        </pc:spChg>
        <pc:spChg chg="mod">
          <ac:chgData name="Fatemeh Riahi" userId="74741997-fb4f-4f28-9311-b07723505439" providerId="ADAL" clId="{AB21BB4D-3782-4C4A-867F-5D8303270E2C}" dt="2025-01-16T21:18:29.860" v="29" actId="26606"/>
          <ac:spMkLst>
            <pc:docMk/>
            <pc:sldMk cId="4082524880" sldId="297"/>
            <ac:spMk id="3" creationId="{0605F7EB-F1DA-FB2E-0A5D-C0E54AA2D5D7}"/>
          </ac:spMkLst>
        </pc:spChg>
        <pc:spChg chg="add">
          <ac:chgData name="Fatemeh Riahi" userId="74741997-fb4f-4f28-9311-b07723505439" providerId="ADAL" clId="{AB21BB4D-3782-4C4A-867F-5D8303270E2C}" dt="2025-01-16T21:18:29.860" v="29" actId="26606"/>
          <ac:spMkLst>
            <pc:docMk/>
            <pc:sldMk cId="4082524880" sldId="297"/>
            <ac:spMk id="8" creationId="{DAF1966E-FD40-4A4A-B61B-C4DF7FA05F06}"/>
          </ac:spMkLst>
        </pc:spChg>
        <pc:spChg chg="add">
          <ac:chgData name="Fatemeh Riahi" userId="74741997-fb4f-4f28-9311-b07723505439" providerId="ADAL" clId="{AB21BB4D-3782-4C4A-867F-5D8303270E2C}" dt="2025-01-16T21:18:29.860" v="29" actId="26606"/>
          <ac:spMkLst>
            <pc:docMk/>
            <pc:sldMk cId="4082524880" sldId="297"/>
            <ac:spMk id="10" creationId="{047BFA19-D45E-416B-A404-7AF2F3F27017}"/>
          </ac:spMkLst>
        </pc:spChg>
        <pc:spChg chg="add">
          <ac:chgData name="Fatemeh Riahi" userId="74741997-fb4f-4f28-9311-b07723505439" providerId="ADAL" clId="{AB21BB4D-3782-4C4A-867F-5D8303270E2C}" dt="2025-01-16T21:18:29.860" v="29" actId="26606"/>
          <ac:spMkLst>
            <pc:docMk/>
            <pc:sldMk cId="4082524880" sldId="297"/>
            <ac:spMk id="12" creationId="{8E0105E7-23DB-4CF2-8258-FF47C7620F6E}"/>
          </ac:spMkLst>
        </pc:spChg>
        <pc:spChg chg="add">
          <ac:chgData name="Fatemeh Riahi" userId="74741997-fb4f-4f28-9311-b07723505439" providerId="ADAL" clId="{AB21BB4D-3782-4C4A-867F-5D8303270E2C}" dt="2025-01-16T21:18:29.860" v="29" actId="26606"/>
          <ac:spMkLst>
            <pc:docMk/>
            <pc:sldMk cId="4082524880" sldId="297"/>
            <ac:spMk id="14" creationId="{074B4F7D-14B2-478B-8BF5-01E4E0C5D263}"/>
          </ac:spMkLst>
        </pc:spChg>
      </pc:sldChg>
      <pc:sldChg chg="addSp modSp mod setBg">
        <pc:chgData name="Fatemeh Riahi" userId="74741997-fb4f-4f28-9311-b07723505439" providerId="ADAL" clId="{AB21BB4D-3782-4C4A-867F-5D8303270E2C}" dt="2025-01-16T21:18:32.415" v="30" actId="26606"/>
        <pc:sldMkLst>
          <pc:docMk/>
          <pc:sldMk cId="2501103831" sldId="299"/>
        </pc:sldMkLst>
        <pc:spChg chg="mod">
          <ac:chgData name="Fatemeh Riahi" userId="74741997-fb4f-4f28-9311-b07723505439" providerId="ADAL" clId="{AB21BB4D-3782-4C4A-867F-5D8303270E2C}" dt="2025-01-16T21:18:32.415" v="30" actId="26606"/>
          <ac:spMkLst>
            <pc:docMk/>
            <pc:sldMk cId="2501103831" sldId="299"/>
            <ac:spMk id="2" creationId="{BFEFF49D-5343-78B2-0B68-54AD8F83BEED}"/>
          </ac:spMkLst>
        </pc:spChg>
        <pc:spChg chg="mod">
          <ac:chgData name="Fatemeh Riahi" userId="74741997-fb4f-4f28-9311-b07723505439" providerId="ADAL" clId="{AB21BB4D-3782-4C4A-867F-5D8303270E2C}" dt="2025-01-16T21:18:32.415" v="30" actId="26606"/>
          <ac:spMkLst>
            <pc:docMk/>
            <pc:sldMk cId="2501103831" sldId="299"/>
            <ac:spMk id="3" creationId="{CC67652C-4F67-0C96-7FD4-55410A74A3B3}"/>
          </ac:spMkLst>
        </pc:spChg>
        <pc:spChg chg="add">
          <ac:chgData name="Fatemeh Riahi" userId="74741997-fb4f-4f28-9311-b07723505439" providerId="ADAL" clId="{AB21BB4D-3782-4C4A-867F-5D8303270E2C}" dt="2025-01-16T21:18:32.415" v="30" actId="26606"/>
          <ac:spMkLst>
            <pc:docMk/>
            <pc:sldMk cId="2501103831" sldId="299"/>
            <ac:spMk id="8" creationId="{DAF1966E-FD40-4A4A-B61B-C4DF7FA05F06}"/>
          </ac:spMkLst>
        </pc:spChg>
        <pc:spChg chg="add">
          <ac:chgData name="Fatemeh Riahi" userId="74741997-fb4f-4f28-9311-b07723505439" providerId="ADAL" clId="{AB21BB4D-3782-4C4A-867F-5D8303270E2C}" dt="2025-01-16T21:18:32.415" v="30" actId="26606"/>
          <ac:spMkLst>
            <pc:docMk/>
            <pc:sldMk cId="2501103831" sldId="299"/>
            <ac:spMk id="10" creationId="{047BFA19-D45E-416B-A404-7AF2F3F27017}"/>
          </ac:spMkLst>
        </pc:spChg>
        <pc:spChg chg="add">
          <ac:chgData name="Fatemeh Riahi" userId="74741997-fb4f-4f28-9311-b07723505439" providerId="ADAL" clId="{AB21BB4D-3782-4C4A-867F-5D8303270E2C}" dt="2025-01-16T21:18:32.415" v="30" actId="26606"/>
          <ac:spMkLst>
            <pc:docMk/>
            <pc:sldMk cId="2501103831" sldId="299"/>
            <ac:spMk id="12" creationId="{8E0105E7-23DB-4CF2-8258-FF47C7620F6E}"/>
          </ac:spMkLst>
        </pc:spChg>
        <pc:spChg chg="add">
          <ac:chgData name="Fatemeh Riahi" userId="74741997-fb4f-4f28-9311-b07723505439" providerId="ADAL" clId="{AB21BB4D-3782-4C4A-867F-5D8303270E2C}" dt="2025-01-16T21:18:32.415" v="30" actId="26606"/>
          <ac:spMkLst>
            <pc:docMk/>
            <pc:sldMk cId="2501103831" sldId="299"/>
            <ac:spMk id="14" creationId="{074B4F7D-14B2-478B-8BF5-01E4E0C5D263}"/>
          </ac:spMkLst>
        </pc:spChg>
      </pc:sldChg>
      <pc:sldChg chg="addSp modSp mod setBg">
        <pc:chgData name="Fatemeh Riahi" userId="74741997-fb4f-4f28-9311-b07723505439" providerId="ADAL" clId="{AB21BB4D-3782-4C4A-867F-5D8303270E2C}" dt="2025-01-16T21:18:35.630" v="31" actId="26606"/>
        <pc:sldMkLst>
          <pc:docMk/>
          <pc:sldMk cId="1169618922" sldId="300"/>
        </pc:sldMkLst>
        <pc:spChg chg="mod">
          <ac:chgData name="Fatemeh Riahi" userId="74741997-fb4f-4f28-9311-b07723505439" providerId="ADAL" clId="{AB21BB4D-3782-4C4A-867F-5D8303270E2C}" dt="2025-01-16T21:18:35.630" v="31" actId="26606"/>
          <ac:spMkLst>
            <pc:docMk/>
            <pc:sldMk cId="1169618922" sldId="300"/>
            <ac:spMk id="2" creationId="{58D842FA-F300-2321-F262-35D97FF94E5C}"/>
          </ac:spMkLst>
        </pc:spChg>
        <pc:spChg chg="mod">
          <ac:chgData name="Fatemeh Riahi" userId="74741997-fb4f-4f28-9311-b07723505439" providerId="ADAL" clId="{AB21BB4D-3782-4C4A-867F-5D8303270E2C}" dt="2025-01-16T21:18:35.630" v="31" actId="26606"/>
          <ac:spMkLst>
            <pc:docMk/>
            <pc:sldMk cId="1169618922" sldId="300"/>
            <ac:spMk id="3" creationId="{CE197048-FC65-BC04-25B6-D09730039F05}"/>
          </ac:spMkLst>
        </pc:spChg>
        <pc:spChg chg="add">
          <ac:chgData name="Fatemeh Riahi" userId="74741997-fb4f-4f28-9311-b07723505439" providerId="ADAL" clId="{AB21BB4D-3782-4C4A-867F-5D8303270E2C}" dt="2025-01-16T21:18:35.630" v="31" actId="26606"/>
          <ac:spMkLst>
            <pc:docMk/>
            <pc:sldMk cId="1169618922" sldId="300"/>
            <ac:spMk id="8" creationId="{DAF1966E-FD40-4A4A-B61B-C4DF7FA05F06}"/>
          </ac:spMkLst>
        </pc:spChg>
        <pc:spChg chg="add">
          <ac:chgData name="Fatemeh Riahi" userId="74741997-fb4f-4f28-9311-b07723505439" providerId="ADAL" clId="{AB21BB4D-3782-4C4A-867F-5D8303270E2C}" dt="2025-01-16T21:18:35.630" v="31" actId="26606"/>
          <ac:spMkLst>
            <pc:docMk/>
            <pc:sldMk cId="1169618922" sldId="300"/>
            <ac:spMk id="10" creationId="{047BFA19-D45E-416B-A404-7AF2F3F27017}"/>
          </ac:spMkLst>
        </pc:spChg>
        <pc:spChg chg="add">
          <ac:chgData name="Fatemeh Riahi" userId="74741997-fb4f-4f28-9311-b07723505439" providerId="ADAL" clId="{AB21BB4D-3782-4C4A-867F-5D8303270E2C}" dt="2025-01-16T21:18:35.630" v="31" actId="26606"/>
          <ac:spMkLst>
            <pc:docMk/>
            <pc:sldMk cId="1169618922" sldId="300"/>
            <ac:spMk id="12" creationId="{8E0105E7-23DB-4CF2-8258-FF47C7620F6E}"/>
          </ac:spMkLst>
        </pc:spChg>
        <pc:spChg chg="add">
          <ac:chgData name="Fatemeh Riahi" userId="74741997-fb4f-4f28-9311-b07723505439" providerId="ADAL" clId="{AB21BB4D-3782-4C4A-867F-5D8303270E2C}" dt="2025-01-16T21:18:35.630" v="31" actId="26606"/>
          <ac:spMkLst>
            <pc:docMk/>
            <pc:sldMk cId="1169618922" sldId="300"/>
            <ac:spMk id="14" creationId="{074B4F7D-14B2-478B-8BF5-01E4E0C5D263}"/>
          </ac:spMkLst>
        </pc:spChg>
      </pc:sldChg>
      <pc:sldChg chg="addSp modSp mod setBg">
        <pc:chgData name="Fatemeh Riahi" userId="74741997-fb4f-4f28-9311-b07723505439" providerId="ADAL" clId="{AB21BB4D-3782-4C4A-867F-5D8303270E2C}" dt="2025-01-16T21:18:39.309" v="32" actId="26606"/>
        <pc:sldMkLst>
          <pc:docMk/>
          <pc:sldMk cId="2692427879" sldId="301"/>
        </pc:sldMkLst>
        <pc:spChg chg="mod">
          <ac:chgData name="Fatemeh Riahi" userId="74741997-fb4f-4f28-9311-b07723505439" providerId="ADAL" clId="{AB21BB4D-3782-4C4A-867F-5D8303270E2C}" dt="2025-01-16T21:18:39.309" v="32" actId="26606"/>
          <ac:spMkLst>
            <pc:docMk/>
            <pc:sldMk cId="2692427879" sldId="301"/>
            <ac:spMk id="2" creationId="{DECD92E1-906E-C315-9734-7122B8575045}"/>
          </ac:spMkLst>
        </pc:spChg>
        <pc:spChg chg="mod">
          <ac:chgData name="Fatemeh Riahi" userId="74741997-fb4f-4f28-9311-b07723505439" providerId="ADAL" clId="{AB21BB4D-3782-4C4A-867F-5D8303270E2C}" dt="2025-01-16T21:18:39.309" v="32" actId="26606"/>
          <ac:spMkLst>
            <pc:docMk/>
            <pc:sldMk cId="2692427879" sldId="301"/>
            <ac:spMk id="3" creationId="{B8FFE247-B941-7291-D649-726956E1C008}"/>
          </ac:spMkLst>
        </pc:spChg>
        <pc:spChg chg="add">
          <ac:chgData name="Fatemeh Riahi" userId="74741997-fb4f-4f28-9311-b07723505439" providerId="ADAL" clId="{AB21BB4D-3782-4C4A-867F-5D8303270E2C}" dt="2025-01-16T21:18:39.309" v="32" actId="26606"/>
          <ac:spMkLst>
            <pc:docMk/>
            <pc:sldMk cId="2692427879" sldId="301"/>
            <ac:spMk id="8" creationId="{DAF1966E-FD40-4A4A-B61B-C4DF7FA05F06}"/>
          </ac:spMkLst>
        </pc:spChg>
        <pc:spChg chg="add">
          <ac:chgData name="Fatemeh Riahi" userId="74741997-fb4f-4f28-9311-b07723505439" providerId="ADAL" clId="{AB21BB4D-3782-4C4A-867F-5D8303270E2C}" dt="2025-01-16T21:18:39.309" v="32" actId="26606"/>
          <ac:spMkLst>
            <pc:docMk/>
            <pc:sldMk cId="2692427879" sldId="301"/>
            <ac:spMk id="10" creationId="{047BFA19-D45E-416B-A404-7AF2F3F27017}"/>
          </ac:spMkLst>
        </pc:spChg>
        <pc:spChg chg="add">
          <ac:chgData name="Fatemeh Riahi" userId="74741997-fb4f-4f28-9311-b07723505439" providerId="ADAL" clId="{AB21BB4D-3782-4C4A-867F-5D8303270E2C}" dt="2025-01-16T21:18:39.309" v="32" actId="26606"/>
          <ac:spMkLst>
            <pc:docMk/>
            <pc:sldMk cId="2692427879" sldId="301"/>
            <ac:spMk id="12" creationId="{8E0105E7-23DB-4CF2-8258-FF47C7620F6E}"/>
          </ac:spMkLst>
        </pc:spChg>
        <pc:spChg chg="add">
          <ac:chgData name="Fatemeh Riahi" userId="74741997-fb4f-4f28-9311-b07723505439" providerId="ADAL" clId="{AB21BB4D-3782-4C4A-867F-5D8303270E2C}" dt="2025-01-16T21:18:39.309" v="32" actId="26606"/>
          <ac:spMkLst>
            <pc:docMk/>
            <pc:sldMk cId="2692427879" sldId="301"/>
            <ac:spMk id="14" creationId="{074B4F7D-14B2-478B-8BF5-01E4E0C5D263}"/>
          </ac:spMkLst>
        </pc:spChg>
      </pc:sldChg>
      <pc:sldChg chg="addSp modSp mod setBg">
        <pc:chgData name="Fatemeh Riahi" userId="74741997-fb4f-4f28-9311-b07723505439" providerId="ADAL" clId="{AB21BB4D-3782-4C4A-867F-5D8303270E2C}" dt="2025-01-16T21:18:48.079" v="33" actId="26606"/>
        <pc:sldMkLst>
          <pc:docMk/>
          <pc:sldMk cId="1813847482" sldId="302"/>
        </pc:sldMkLst>
        <pc:spChg chg="mod">
          <ac:chgData name="Fatemeh Riahi" userId="74741997-fb4f-4f28-9311-b07723505439" providerId="ADAL" clId="{AB21BB4D-3782-4C4A-867F-5D8303270E2C}" dt="2025-01-16T21:18:48.079" v="33" actId="26606"/>
          <ac:spMkLst>
            <pc:docMk/>
            <pc:sldMk cId="1813847482" sldId="302"/>
            <ac:spMk id="2" creationId="{BDCF7CE2-58BB-5973-287A-B430E5B83F4A}"/>
          </ac:spMkLst>
        </pc:spChg>
        <pc:spChg chg="mod">
          <ac:chgData name="Fatemeh Riahi" userId="74741997-fb4f-4f28-9311-b07723505439" providerId="ADAL" clId="{AB21BB4D-3782-4C4A-867F-5D8303270E2C}" dt="2025-01-16T21:18:48.079" v="33" actId="26606"/>
          <ac:spMkLst>
            <pc:docMk/>
            <pc:sldMk cId="1813847482" sldId="302"/>
            <ac:spMk id="3" creationId="{D24C8B40-6BB6-2C84-EDC0-41C6F3C6B0FC}"/>
          </ac:spMkLst>
        </pc:spChg>
        <pc:spChg chg="add">
          <ac:chgData name="Fatemeh Riahi" userId="74741997-fb4f-4f28-9311-b07723505439" providerId="ADAL" clId="{AB21BB4D-3782-4C4A-867F-5D8303270E2C}" dt="2025-01-16T21:18:48.079" v="33" actId="26606"/>
          <ac:spMkLst>
            <pc:docMk/>
            <pc:sldMk cId="1813847482" sldId="302"/>
            <ac:spMk id="8" creationId="{DAF1966E-FD40-4A4A-B61B-C4DF7FA05F06}"/>
          </ac:spMkLst>
        </pc:spChg>
        <pc:spChg chg="add">
          <ac:chgData name="Fatemeh Riahi" userId="74741997-fb4f-4f28-9311-b07723505439" providerId="ADAL" clId="{AB21BB4D-3782-4C4A-867F-5D8303270E2C}" dt="2025-01-16T21:18:48.079" v="33" actId="26606"/>
          <ac:spMkLst>
            <pc:docMk/>
            <pc:sldMk cId="1813847482" sldId="302"/>
            <ac:spMk id="10" creationId="{047BFA19-D45E-416B-A404-7AF2F3F27017}"/>
          </ac:spMkLst>
        </pc:spChg>
        <pc:spChg chg="add">
          <ac:chgData name="Fatemeh Riahi" userId="74741997-fb4f-4f28-9311-b07723505439" providerId="ADAL" clId="{AB21BB4D-3782-4C4A-867F-5D8303270E2C}" dt="2025-01-16T21:18:48.079" v="33" actId="26606"/>
          <ac:spMkLst>
            <pc:docMk/>
            <pc:sldMk cId="1813847482" sldId="302"/>
            <ac:spMk id="12" creationId="{8E0105E7-23DB-4CF2-8258-FF47C7620F6E}"/>
          </ac:spMkLst>
        </pc:spChg>
        <pc:spChg chg="add">
          <ac:chgData name="Fatemeh Riahi" userId="74741997-fb4f-4f28-9311-b07723505439" providerId="ADAL" clId="{AB21BB4D-3782-4C4A-867F-5D8303270E2C}" dt="2025-01-16T21:18:48.079" v="33" actId="26606"/>
          <ac:spMkLst>
            <pc:docMk/>
            <pc:sldMk cId="1813847482" sldId="302"/>
            <ac:spMk id="14" creationId="{074B4F7D-14B2-478B-8BF5-01E4E0C5D263}"/>
          </ac:spMkLst>
        </pc:spChg>
      </pc:sldChg>
      <pc:sldChg chg="addSp modSp mod setBg">
        <pc:chgData name="Fatemeh Riahi" userId="74741997-fb4f-4f28-9311-b07723505439" providerId="ADAL" clId="{AB21BB4D-3782-4C4A-867F-5D8303270E2C}" dt="2025-01-16T21:18:50.902" v="34" actId="26606"/>
        <pc:sldMkLst>
          <pc:docMk/>
          <pc:sldMk cId="2206299241" sldId="303"/>
        </pc:sldMkLst>
        <pc:spChg chg="mod">
          <ac:chgData name="Fatemeh Riahi" userId="74741997-fb4f-4f28-9311-b07723505439" providerId="ADAL" clId="{AB21BB4D-3782-4C4A-867F-5D8303270E2C}" dt="2025-01-16T21:18:50.902" v="34" actId="26606"/>
          <ac:spMkLst>
            <pc:docMk/>
            <pc:sldMk cId="2206299241" sldId="303"/>
            <ac:spMk id="2" creationId="{4705BF91-AAA1-3A06-07C4-7BD25DE30ED8}"/>
          </ac:spMkLst>
        </pc:spChg>
        <pc:spChg chg="mod">
          <ac:chgData name="Fatemeh Riahi" userId="74741997-fb4f-4f28-9311-b07723505439" providerId="ADAL" clId="{AB21BB4D-3782-4C4A-867F-5D8303270E2C}" dt="2025-01-16T21:18:50.902" v="34" actId="26606"/>
          <ac:spMkLst>
            <pc:docMk/>
            <pc:sldMk cId="2206299241" sldId="303"/>
            <ac:spMk id="3" creationId="{12E18B8B-07AE-2761-BF26-2A7B1F70BD09}"/>
          </ac:spMkLst>
        </pc:spChg>
        <pc:spChg chg="add">
          <ac:chgData name="Fatemeh Riahi" userId="74741997-fb4f-4f28-9311-b07723505439" providerId="ADAL" clId="{AB21BB4D-3782-4C4A-867F-5D8303270E2C}" dt="2025-01-16T21:18:50.902" v="34" actId="26606"/>
          <ac:spMkLst>
            <pc:docMk/>
            <pc:sldMk cId="2206299241" sldId="303"/>
            <ac:spMk id="8" creationId="{DAF1966E-FD40-4A4A-B61B-C4DF7FA05F06}"/>
          </ac:spMkLst>
        </pc:spChg>
        <pc:spChg chg="add">
          <ac:chgData name="Fatemeh Riahi" userId="74741997-fb4f-4f28-9311-b07723505439" providerId="ADAL" clId="{AB21BB4D-3782-4C4A-867F-5D8303270E2C}" dt="2025-01-16T21:18:50.902" v="34" actId="26606"/>
          <ac:spMkLst>
            <pc:docMk/>
            <pc:sldMk cId="2206299241" sldId="303"/>
            <ac:spMk id="10" creationId="{047BFA19-D45E-416B-A404-7AF2F3F27017}"/>
          </ac:spMkLst>
        </pc:spChg>
        <pc:spChg chg="add">
          <ac:chgData name="Fatemeh Riahi" userId="74741997-fb4f-4f28-9311-b07723505439" providerId="ADAL" clId="{AB21BB4D-3782-4C4A-867F-5D8303270E2C}" dt="2025-01-16T21:18:50.902" v="34" actId="26606"/>
          <ac:spMkLst>
            <pc:docMk/>
            <pc:sldMk cId="2206299241" sldId="303"/>
            <ac:spMk id="12" creationId="{8E0105E7-23DB-4CF2-8258-FF47C7620F6E}"/>
          </ac:spMkLst>
        </pc:spChg>
        <pc:spChg chg="add">
          <ac:chgData name="Fatemeh Riahi" userId="74741997-fb4f-4f28-9311-b07723505439" providerId="ADAL" clId="{AB21BB4D-3782-4C4A-867F-5D8303270E2C}" dt="2025-01-16T21:18:50.902" v="34" actId="26606"/>
          <ac:spMkLst>
            <pc:docMk/>
            <pc:sldMk cId="2206299241" sldId="303"/>
            <ac:spMk id="14" creationId="{074B4F7D-14B2-478B-8BF5-01E4E0C5D263}"/>
          </ac:spMkLst>
        </pc:spChg>
      </pc:sldChg>
      <pc:sldChg chg="addSp modSp mod setBg">
        <pc:chgData name="Fatemeh Riahi" userId="74741997-fb4f-4f28-9311-b07723505439" providerId="ADAL" clId="{AB21BB4D-3782-4C4A-867F-5D8303270E2C}" dt="2025-01-16T21:15:24.213" v="0" actId="26606"/>
        <pc:sldMkLst>
          <pc:docMk/>
          <pc:sldMk cId="3874927756" sldId="306"/>
        </pc:sldMkLst>
        <pc:spChg chg="mod">
          <ac:chgData name="Fatemeh Riahi" userId="74741997-fb4f-4f28-9311-b07723505439" providerId="ADAL" clId="{AB21BB4D-3782-4C4A-867F-5D8303270E2C}" dt="2025-01-16T21:15:24.213" v="0" actId="26606"/>
          <ac:spMkLst>
            <pc:docMk/>
            <pc:sldMk cId="3874927756" sldId="306"/>
            <ac:spMk id="2" creationId="{3472012B-7EEF-860D-9D4E-5D2960047D55}"/>
          </ac:spMkLst>
        </pc:spChg>
        <pc:spChg chg="mod">
          <ac:chgData name="Fatemeh Riahi" userId="74741997-fb4f-4f28-9311-b07723505439" providerId="ADAL" clId="{AB21BB4D-3782-4C4A-867F-5D8303270E2C}" dt="2025-01-16T21:15:24.213" v="0" actId="26606"/>
          <ac:spMkLst>
            <pc:docMk/>
            <pc:sldMk cId="3874927756" sldId="306"/>
            <ac:spMk id="3" creationId="{114E3FF4-AA14-B491-02C7-A7987B873467}"/>
          </ac:spMkLst>
        </pc:spChg>
        <pc:spChg chg="add">
          <ac:chgData name="Fatemeh Riahi" userId="74741997-fb4f-4f28-9311-b07723505439" providerId="ADAL" clId="{AB21BB4D-3782-4C4A-867F-5D8303270E2C}" dt="2025-01-16T21:15:24.213" v="0" actId="26606"/>
          <ac:spMkLst>
            <pc:docMk/>
            <pc:sldMk cId="3874927756" sldId="306"/>
            <ac:spMk id="8" creationId="{DAF1966E-FD40-4A4A-B61B-C4DF7FA05F06}"/>
          </ac:spMkLst>
        </pc:spChg>
        <pc:spChg chg="add">
          <ac:chgData name="Fatemeh Riahi" userId="74741997-fb4f-4f28-9311-b07723505439" providerId="ADAL" clId="{AB21BB4D-3782-4C4A-867F-5D8303270E2C}" dt="2025-01-16T21:15:24.213" v="0" actId="26606"/>
          <ac:spMkLst>
            <pc:docMk/>
            <pc:sldMk cId="3874927756" sldId="306"/>
            <ac:spMk id="10" creationId="{047BFA19-D45E-416B-A404-7AF2F3F27017}"/>
          </ac:spMkLst>
        </pc:spChg>
        <pc:spChg chg="add">
          <ac:chgData name="Fatemeh Riahi" userId="74741997-fb4f-4f28-9311-b07723505439" providerId="ADAL" clId="{AB21BB4D-3782-4C4A-867F-5D8303270E2C}" dt="2025-01-16T21:15:24.213" v="0" actId="26606"/>
          <ac:spMkLst>
            <pc:docMk/>
            <pc:sldMk cId="3874927756" sldId="306"/>
            <ac:spMk id="12" creationId="{8E0105E7-23DB-4CF2-8258-FF47C7620F6E}"/>
          </ac:spMkLst>
        </pc:spChg>
        <pc:spChg chg="add">
          <ac:chgData name="Fatemeh Riahi" userId="74741997-fb4f-4f28-9311-b07723505439" providerId="ADAL" clId="{AB21BB4D-3782-4C4A-867F-5D8303270E2C}" dt="2025-01-16T21:15:24.213" v="0" actId="26606"/>
          <ac:spMkLst>
            <pc:docMk/>
            <pc:sldMk cId="3874927756" sldId="306"/>
            <ac:spMk id="14" creationId="{074B4F7D-14B2-478B-8BF5-01E4E0C5D263}"/>
          </ac:spMkLst>
        </pc:spChg>
      </pc:sldChg>
    </pc:docChg>
  </pc:docChgLst>
  <pc:docChgLst>
    <pc:chgData name="Fatemeh Riahi" userId="74741997-fb4f-4f28-9311-b07723505439" providerId="ADAL" clId="{79CCBB39-6D4E-4E2F-8F3A-22537BC1A220}"/>
    <pc:docChg chg="undo custSel addSld delSld modSld sldOrd">
      <pc:chgData name="Fatemeh Riahi" userId="74741997-fb4f-4f28-9311-b07723505439" providerId="ADAL" clId="{79CCBB39-6D4E-4E2F-8F3A-22537BC1A220}" dt="2024-09-10T04:56:48.005" v="717" actId="20577"/>
      <pc:docMkLst>
        <pc:docMk/>
      </pc:docMkLst>
      <pc:sldChg chg="addSp delSp modSp mod setBg addAnim delAnim setClrOvrMap">
        <pc:chgData name="Fatemeh Riahi" userId="74741997-fb4f-4f28-9311-b07723505439" providerId="ADAL" clId="{79CCBB39-6D4E-4E2F-8F3A-22537BC1A220}" dt="2024-09-09T16:45:57.949" v="180"/>
        <pc:sldMkLst>
          <pc:docMk/>
          <pc:sldMk cId="2752728458" sldId="256"/>
        </pc:sldMkLst>
      </pc:sldChg>
      <pc:sldChg chg="addSp delSp modSp mod setBg modNotesTx">
        <pc:chgData name="Fatemeh Riahi" userId="74741997-fb4f-4f28-9311-b07723505439" providerId="ADAL" clId="{79CCBB39-6D4E-4E2F-8F3A-22537BC1A220}" dt="2024-09-09T19:53:03.923" v="631" actId="20577"/>
        <pc:sldMkLst>
          <pc:docMk/>
          <pc:sldMk cId="1571287603" sldId="257"/>
        </pc:sldMkLst>
      </pc:sldChg>
      <pc:sldChg chg="addSp delSp modSp mod setBg modNotesTx">
        <pc:chgData name="Fatemeh Riahi" userId="74741997-fb4f-4f28-9311-b07723505439" providerId="ADAL" clId="{79CCBB39-6D4E-4E2F-8F3A-22537BC1A220}" dt="2024-09-09T19:54:35.538" v="644" actId="20577"/>
        <pc:sldMkLst>
          <pc:docMk/>
          <pc:sldMk cId="2215679219" sldId="258"/>
        </pc:sldMkLst>
      </pc:sldChg>
      <pc:sldChg chg="modSp mod">
        <pc:chgData name="Fatemeh Riahi" userId="74741997-fb4f-4f28-9311-b07723505439" providerId="ADAL" clId="{79CCBB39-6D4E-4E2F-8F3A-22537BC1A220}" dt="2024-09-10T04:56:48.005" v="717" actId="20577"/>
        <pc:sldMkLst>
          <pc:docMk/>
          <pc:sldMk cId="2940003434" sldId="259"/>
        </pc:sldMkLst>
      </pc:sldChg>
      <pc:sldChg chg="modNotesTx">
        <pc:chgData name="Fatemeh Riahi" userId="74741997-fb4f-4f28-9311-b07723505439" providerId="ADAL" clId="{79CCBB39-6D4E-4E2F-8F3A-22537BC1A220}" dt="2024-09-10T01:02:09.262" v="714" actId="20577"/>
        <pc:sldMkLst>
          <pc:docMk/>
          <pc:sldMk cId="3495481986" sldId="260"/>
        </pc:sldMkLst>
      </pc:sldChg>
      <pc:sldChg chg="modSp mod">
        <pc:chgData name="Fatemeh Riahi" userId="74741997-fb4f-4f28-9311-b07723505439" providerId="ADAL" clId="{79CCBB39-6D4E-4E2F-8F3A-22537BC1A220}" dt="2024-09-09T16:49:53.208" v="275" actId="1076"/>
        <pc:sldMkLst>
          <pc:docMk/>
          <pc:sldMk cId="347819223" sldId="262"/>
        </pc:sldMkLst>
      </pc:sldChg>
      <pc:sldChg chg="modSp mod">
        <pc:chgData name="Fatemeh Riahi" userId="74741997-fb4f-4f28-9311-b07723505439" providerId="ADAL" clId="{79CCBB39-6D4E-4E2F-8F3A-22537BC1A220}" dt="2024-09-08T17:48:24.749" v="169" actId="27636"/>
        <pc:sldMkLst>
          <pc:docMk/>
          <pc:sldMk cId="820700883" sldId="265"/>
        </pc:sldMkLst>
      </pc:sldChg>
      <pc:sldChg chg="modSp mod modNotesTx">
        <pc:chgData name="Fatemeh Riahi" userId="74741997-fb4f-4f28-9311-b07723505439" providerId="ADAL" clId="{79CCBB39-6D4E-4E2F-8F3A-22537BC1A220}" dt="2024-09-09T20:24:30.062" v="646" actId="20577"/>
        <pc:sldMkLst>
          <pc:docMk/>
          <pc:sldMk cId="2553407470" sldId="266"/>
        </pc:sldMkLst>
      </pc:sldChg>
      <pc:sldChg chg="modSp mod">
        <pc:chgData name="Fatemeh Riahi" userId="74741997-fb4f-4f28-9311-b07723505439" providerId="ADAL" clId="{79CCBB39-6D4E-4E2F-8F3A-22537BC1A220}" dt="2024-09-08T17:49:18.284" v="173" actId="5793"/>
        <pc:sldMkLst>
          <pc:docMk/>
          <pc:sldMk cId="4152301711" sldId="267"/>
        </pc:sldMkLst>
      </pc:sldChg>
      <pc:sldChg chg="modSp mod">
        <pc:chgData name="Fatemeh Riahi" userId="74741997-fb4f-4f28-9311-b07723505439" providerId="ADAL" clId="{79CCBB39-6D4E-4E2F-8F3A-22537BC1A220}" dt="2024-09-09T16:59:03.884" v="315" actId="20577"/>
        <pc:sldMkLst>
          <pc:docMk/>
          <pc:sldMk cId="2672049426" sldId="268"/>
        </pc:sldMkLst>
      </pc:sldChg>
      <pc:sldChg chg="modNotesTx">
        <pc:chgData name="Fatemeh Riahi" userId="74741997-fb4f-4f28-9311-b07723505439" providerId="ADAL" clId="{79CCBB39-6D4E-4E2F-8F3A-22537BC1A220}" dt="2024-09-09T21:02:32.198" v="650" actId="20577"/>
        <pc:sldMkLst>
          <pc:docMk/>
          <pc:sldMk cId="2242357822" sldId="269"/>
        </pc:sldMkLst>
      </pc:sldChg>
      <pc:sldChg chg="modSp mod">
        <pc:chgData name="Fatemeh Riahi" userId="74741997-fb4f-4f28-9311-b07723505439" providerId="ADAL" clId="{79CCBB39-6D4E-4E2F-8F3A-22537BC1A220}" dt="2024-09-09T17:45:11.578" v="331" actId="255"/>
        <pc:sldMkLst>
          <pc:docMk/>
          <pc:sldMk cId="2879962269" sldId="270"/>
        </pc:sldMkLst>
      </pc:sldChg>
      <pc:sldChg chg="modSp mod">
        <pc:chgData name="Fatemeh Riahi" userId="74741997-fb4f-4f28-9311-b07723505439" providerId="ADAL" clId="{79CCBB39-6D4E-4E2F-8F3A-22537BC1A220}" dt="2024-09-09T17:56:43.084" v="392" actId="15"/>
        <pc:sldMkLst>
          <pc:docMk/>
          <pc:sldMk cId="3668464770" sldId="275"/>
        </pc:sldMkLst>
      </pc:sldChg>
      <pc:sldChg chg="addSp modSp mod">
        <pc:chgData name="Fatemeh Riahi" userId="74741997-fb4f-4f28-9311-b07723505439" providerId="ADAL" clId="{79CCBB39-6D4E-4E2F-8F3A-22537BC1A220}" dt="2024-09-09T18:16:31.190" v="398" actId="1076"/>
        <pc:sldMkLst>
          <pc:docMk/>
          <pc:sldMk cId="2890172490" sldId="277"/>
        </pc:sldMkLst>
      </pc:sldChg>
      <pc:sldChg chg="ord">
        <pc:chgData name="Fatemeh Riahi" userId="74741997-fb4f-4f28-9311-b07723505439" providerId="ADAL" clId="{79CCBB39-6D4E-4E2F-8F3A-22537BC1A220}" dt="2024-09-07T20:23:00.772" v="142"/>
        <pc:sldMkLst>
          <pc:docMk/>
          <pc:sldMk cId="0" sldId="287"/>
        </pc:sldMkLst>
      </pc:sldChg>
      <pc:sldChg chg="modSp del mod">
        <pc:chgData name="Fatemeh Riahi" userId="74741997-fb4f-4f28-9311-b07723505439" providerId="ADAL" clId="{79CCBB39-6D4E-4E2F-8F3A-22537BC1A220}" dt="2024-09-09T18:24:08.261" v="403" actId="47"/>
        <pc:sldMkLst>
          <pc:docMk/>
          <pc:sldMk cId="312096411" sldId="288"/>
        </pc:sldMkLst>
      </pc:sldChg>
      <pc:sldChg chg="modNotesTx">
        <pc:chgData name="Fatemeh Riahi" userId="74741997-fb4f-4f28-9311-b07723505439" providerId="ADAL" clId="{79CCBB39-6D4E-4E2F-8F3A-22537BC1A220}" dt="2024-09-09T18:24:04.813" v="402"/>
        <pc:sldMkLst>
          <pc:docMk/>
          <pc:sldMk cId="109277991" sldId="289"/>
        </pc:sldMkLst>
      </pc:sldChg>
      <pc:sldChg chg="modSp mod">
        <pc:chgData name="Fatemeh Riahi" userId="74741997-fb4f-4f28-9311-b07723505439" providerId="ADAL" clId="{79CCBB39-6D4E-4E2F-8F3A-22537BC1A220}" dt="2024-09-09T21:26:01.222" v="651" actId="20577"/>
        <pc:sldMkLst>
          <pc:docMk/>
          <pc:sldMk cId="2802403523" sldId="290"/>
        </pc:sldMkLst>
      </pc:sldChg>
      <pc:sldChg chg="modSp mod">
        <pc:chgData name="Fatemeh Riahi" userId="74741997-fb4f-4f28-9311-b07723505439" providerId="ADAL" clId="{79CCBB39-6D4E-4E2F-8F3A-22537BC1A220}" dt="2024-09-09T21:26:33.549" v="670" actId="20577"/>
        <pc:sldMkLst>
          <pc:docMk/>
          <pc:sldMk cId="1224102451" sldId="293"/>
        </pc:sldMkLst>
      </pc:sldChg>
      <pc:sldChg chg="modSp mod">
        <pc:chgData name="Fatemeh Riahi" userId="74741997-fb4f-4f28-9311-b07723505439" providerId="ADAL" clId="{79CCBB39-6D4E-4E2F-8F3A-22537BC1A220}" dt="2024-09-09T18:30:34.581" v="447" actId="20577"/>
        <pc:sldMkLst>
          <pc:docMk/>
          <pc:sldMk cId="1765785949" sldId="295"/>
        </pc:sldMkLst>
      </pc:sldChg>
      <pc:sldChg chg="modSp mod">
        <pc:chgData name="Fatemeh Riahi" userId="74741997-fb4f-4f28-9311-b07723505439" providerId="ADAL" clId="{79CCBB39-6D4E-4E2F-8F3A-22537BC1A220}" dt="2024-09-09T19:15:42.580" v="448" actId="1076"/>
        <pc:sldMkLst>
          <pc:docMk/>
          <pc:sldMk cId="749330789" sldId="298"/>
        </pc:sldMkLst>
      </pc:sldChg>
      <pc:sldChg chg="modSp mod">
        <pc:chgData name="Fatemeh Riahi" userId="74741997-fb4f-4f28-9311-b07723505439" providerId="ADAL" clId="{79CCBB39-6D4E-4E2F-8F3A-22537BC1A220}" dt="2024-09-09T19:16:41.233" v="454" actId="20577"/>
        <pc:sldMkLst>
          <pc:docMk/>
          <pc:sldMk cId="1169618922" sldId="300"/>
        </pc:sldMkLst>
      </pc:sldChg>
      <pc:sldChg chg="addSp delSp modSp add mod">
        <pc:chgData name="Fatemeh Riahi" userId="74741997-fb4f-4f28-9311-b07723505439" providerId="ADAL" clId="{79CCBB39-6D4E-4E2F-8F3A-22537BC1A220}" dt="2024-08-30T23:31:20.523" v="110" actId="1076"/>
        <pc:sldMkLst>
          <pc:docMk/>
          <pc:sldMk cId="1105748926" sldId="304"/>
        </pc:sldMkLst>
      </pc:sldChg>
      <pc:sldChg chg="addSp delSp modSp new add del mod">
        <pc:chgData name="Fatemeh Riahi" userId="74741997-fb4f-4f28-9311-b07723505439" providerId="ADAL" clId="{79CCBB39-6D4E-4E2F-8F3A-22537BC1A220}" dt="2024-08-30T23:29:39.160" v="18" actId="2696"/>
        <pc:sldMkLst>
          <pc:docMk/>
          <pc:sldMk cId="2196833221" sldId="304"/>
        </pc:sldMkLst>
      </pc:sldChg>
      <pc:sldChg chg="modSp new mod">
        <pc:chgData name="Fatemeh Riahi" userId="74741997-fb4f-4f28-9311-b07723505439" providerId="ADAL" clId="{79CCBB39-6D4E-4E2F-8F3A-22537BC1A220}" dt="2024-09-07T20:24:43.458" v="160" actId="20577"/>
        <pc:sldMkLst>
          <pc:docMk/>
          <pc:sldMk cId="3183836752" sldId="305"/>
        </pc:sldMkLst>
      </pc:sldChg>
      <pc:sldChg chg="new del">
        <pc:chgData name="Fatemeh Riahi" userId="74741997-fb4f-4f28-9311-b07723505439" providerId="ADAL" clId="{79CCBB39-6D4E-4E2F-8F3A-22537BC1A220}" dt="2024-09-07T20:23:02.681" v="143" actId="47"/>
        <pc:sldMkLst>
          <pc:docMk/>
          <pc:sldMk cId="4020655852" sldId="305"/>
        </pc:sldMkLst>
      </pc:sldChg>
      <pc:sldChg chg="modSp new del mod">
        <pc:chgData name="Fatemeh Riahi" userId="74741997-fb4f-4f28-9311-b07723505439" providerId="ADAL" clId="{79CCBB39-6D4E-4E2F-8F3A-22537BC1A220}" dt="2024-09-07T20:24:04.857" v="145" actId="47"/>
        <pc:sldMkLst>
          <pc:docMk/>
          <pc:sldMk cId="1975208112" sldId="306"/>
        </pc:sldMkLst>
      </pc:sldChg>
      <pc:sldChg chg="modSp new mod">
        <pc:chgData name="Fatemeh Riahi" userId="74741997-fb4f-4f28-9311-b07723505439" providerId="ADAL" clId="{79CCBB39-6D4E-4E2F-8F3A-22537BC1A220}" dt="2024-09-09T21:39:18.473" v="678" actId="20577"/>
        <pc:sldMkLst>
          <pc:docMk/>
          <pc:sldMk cId="3874927756" sldId="306"/>
        </pc:sldMkLst>
      </pc:sldChg>
      <pc:sldChg chg="modSp new del mod">
        <pc:chgData name="Fatemeh Riahi" userId="74741997-fb4f-4f28-9311-b07723505439" providerId="ADAL" clId="{79CCBB39-6D4E-4E2F-8F3A-22537BC1A220}" dt="2024-09-07T20:24:05.798" v="146" actId="47"/>
        <pc:sldMkLst>
          <pc:docMk/>
          <pc:sldMk cId="3220505012" sldId="30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83F43E-9695-41CD-9C81-AAE0971CD10B}"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en-US"/>
        </a:p>
      </dgm:t>
    </dgm:pt>
    <dgm:pt modelId="{1CA71740-4879-4B22-A4F4-6C08EAA2230A}">
      <dgm:prSet/>
      <dgm:spPr/>
      <dgm:t>
        <a:bodyPr/>
        <a:lstStyle/>
        <a:p>
          <a:r>
            <a:rPr lang="en-CA" dirty="0"/>
            <a:t>Business needs that are not met by current product</a:t>
          </a:r>
          <a:endParaRPr lang="en-US" dirty="0"/>
        </a:p>
      </dgm:t>
    </dgm:pt>
    <dgm:pt modelId="{1DB2A5EF-5CFA-44FF-B851-75247DFF252E}" type="parTrans" cxnId="{494DCBF6-7EAC-4CB6-8772-8A76903C69ED}">
      <dgm:prSet/>
      <dgm:spPr/>
      <dgm:t>
        <a:bodyPr/>
        <a:lstStyle/>
        <a:p>
          <a:endParaRPr lang="en-US"/>
        </a:p>
      </dgm:t>
    </dgm:pt>
    <dgm:pt modelId="{ACBCC74B-6492-4DFE-AACB-A2ED174EC7DA}" type="sibTrans" cxnId="{494DCBF6-7EAC-4CB6-8772-8A76903C69ED}">
      <dgm:prSet/>
      <dgm:spPr/>
      <dgm:t>
        <a:bodyPr/>
        <a:lstStyle/>
        <a:p>
          <a:endParaRPr lang="en-US"/>
        </a:p>
      </dgm:t>
    </dgm:pt>
    <dgm:pt modelId="{0576F153-2EFD-46D0-B5AD-0BC0008B7C26}">
      <dgm:prSet/>
      <dgm:spPr/>
      <dgm:t>
        <a:bodyPr/>
        <a:lstStyle/>
        <a:p>
          <a:r>
            <a:rPr lang="en-CA"/>
            <a:t>Dissatisfaction with existing product</a:t>
          </a:r>
          <a:endParaRPr lang="en-US"/>
        </a:p>
      </dgm:t>
    </dgm:pt>
    <dgm:pt modelId="{061AEACA-8DDB-4BFC-95D6-CC650F69115C}" type="parTrans" cxnId="{EF8A8B76-E55D-4391-A881-2F48736F14C0}">
      <dgm:prSet/>
      <dgm:spPr/>
      <dgm:t>
        <a:bodyPr/>
        <a:lstStyle/>
        <a:p>
          <a:endParaRPr lang="en-US"/>
        </a:p>
      </dgm:t>
    </dgm:pt>
    <dgm:pt modelId="{8BFA598B-A43A-4101-8B37-FE3C95BFBE78}" type="sibTrans" cxnId="{EF8A8B76-E55D-4391-A881-2F48736F14C0}">
      <dgm:prSet/>
      <dgm:spPr/>
      <dgm:t>
        <a:bodyPr/>
        <a:lstStyle/>
        <a:p>
          <a:endParaRPr lang="en-US"/>
        </a:p>
      </dgm:t>
    </dgm:pt>
    <dgm:pt modelId="{AE7EEA50-18CE-464F-B30B-7C3759E748DB}">
      <dgm:prSet/>
      <dgm:spPr/>
      <dgm:t>
        <a:bodyPr/>
        <a:lstStyle/>
        <a:p>
          <a:r>
            <a:rPr lang="en-CA" dirty="0"/>
            <a:t>Changes in technologies </a:t>
          </a:r>
          <a:endParaRPr lang="en-US" dirty="0"/>
        </a:p>
      </dgm:t>
    </dgm:pt>
    <dgm:pt modelId="{F22FEFE8-1C3C-4547-9A28-91062248D914}" type="parTrans" cxnId="{75F23323-1584-4794-9620-6DDF3B3F4B4E}">
      <dgm:prSet/>
      <dgm:spPr/>
      <dgm:t>
        <a:bodyPr/>
        <a:lstStyle/>
        <a:p>
          <a:endParaRPr lang="en-US"/>
        </a:p>
      </dgm:t>
    </dgm:pt>
    <dgm:pt modelId="{F847E6A1-F1E6-4375-A08F-803135EC0D95}" type="sibTrans" cxnId="{75F23323-1584-4794-9620-6DDF3B3F4B4E}">
      <dgm:prSet/>
      <dgm:spPr/>
      <dgm:t>
        <a:bodyPr/>
        <a:lstStyle/>
        <a:p>
          <a:endParaRPr lang="en-US"/>
        </a:p>
      </dgm:t>
    </dgm:pt>
    <dgm:pt modelId="{C840EE20-3EA4-433E-8238-2DCC04A4E4F7}" type="pres">
      <dgm:prSet presAssocID="{B683F43E-9695-41CD-9C81-AAE0971CD10B}" presName="diagram" presStyleCnt="0">
        <dgm:presLayoutVars>
          <dgm:dir/>
          <dgm:resizeHandles val="exact"/>
        </dgm:presLayoutVars>
      </dgm:prSet>
      <dgm:spPr/>
    </dgm:pt>
    <dgm:pt modelId="{3DEC03BA-249B-465B-B2EC-FD46FBBFF6E7}" type="pres">
      <dgm:prSet presAssocID="{1CA71740-4879-4B22-A4F4-6C08EAA2230A}" presName="node" presStyleLbl="node1" presStyleIdx="0" presStyleCnt="3">
        <dgm:presLayoutVars>
          <dgm:bulletEnabled val="1"/>
        </dgm:presLayoutVars>
      </dgm:prSet>
      <dgm:spPr/>
    </dgm:pt>
    <dgm:pt modelId="{747284C5-A64B-4AE4-80DE-41FBFB405DC9}" type="pres">
      <dgm:prSet presAssocID="{ACBCC74B-6492-4DFE-AACB-A2ED174EC7DA}" presName="sibTrans" presStyleCnt="0"/>
      <dgm:spPr/>
    </dgm:pt>
    <dgm:pt modelId="{2DD99852-F56F-48B0-BE2B-49CB72273B47}" type="pres">
      <dgm:prSet presAssocID="{0576F153-2EFD-46D0-B5AD-0BC0008B7C26}" presName="node" presStyleLbl="node1" presStyleIdx="1" presStyleCnt="3">
        <dgm:presLayoutVars>
          <dgm:bulletEnabled val="1"/>
        </dgm:presLayoutVars>
      </dgm:prSet>
      <dgm:spPr/>
    </dgm:pt>
    <dgm:pt modelId="{06F30BA9-2B79-410D-A9C9-9F24BAE9AC57}" type="pres">
      <dgm:prSet presAssocID="{8BFA598B-A43A-4101-8B37-FE3C95BFBE78}" presName="sibTrans" presStyleCnt="0"/>
      <dgm:spPr/>
    </dgm:pt>
    <dgm:pt modelId="{2CFAC574-5759-443B-B690-3BA806E8A839}" type="pres">
      <dgm:prSet presAssocID="{AE7EEA50-18CE-464F-B30B-7C3759E748DB}" presName="node" presStyleLbl="node1" presStyleIdx="2" presStyleCnt="3">
        <dgm:presLayoutVars>
          <dgm:bulletEnabled val="1"/>
        </dgm:presLayoutVars>
      </dgm:prSet>
      <dgm:spPr/>
    </dgm:pt>
  </dgm:ptLst>
  <dgm:cxnLst>
    <dgm:cxn modelId="{8169CC17-4984-43B7-A4C3-2C208A177D04}" type="presOf" srcId="{B683F43E-9695-41CD-9C81-AAE0971CD10B}" destId="{C840EE20-3EA4-433E-8238-2DCC04A4E4F7}" srcOrd="0" destOrd="0" presId="urn:microsoft.com/office/officeart/2005/8/layout/default"/>
    <dgm:cxn modelId="{75F23323-1584-4794-9620-6DDF3B3F4B4E}" srcId="{B683F43E-9695-41CD-9C81-AAE0971CD10B}" destId="{AE7EEA50-18CE-464F-B30B-7C3759E748DB}" srcOrd="2" destOrd="0" parTransId="{F22FEFE8-1C3C-4547-9A28-91062248D914}" sibTransId="{F847E6A1-F1E6-4375-A08F-803135EC0D95}"/>
    <dgm:cxn modelId="{CEF1D55B-7664-46F3-8D1D-64F1EFC26411}" type="presOf" srcId="{AE7EEA50-18CE-464F-B30B-7C3759E748DB}" destId="{2CFAC574-5759-443B-B690-3BA806E8A839}" srcOrd="0" destOrd="0" presId="urn:microsoft.com/office/officeart/2005/8/layout/default"/>
    <dgm:cxn modelId="{EF8A8B76-E55D-4391-A881-2F48736F14C0}" srcId="{B683F43E-9695-41CD-9C81-AAE0971CD10B}" destId="{0576F153-2EFD-46D0-B5AD-0BC0008B7C26}" srcOrd="1" destOrd="0" parTransId="{061AEACA-8DDB-4BFC-95D6-CC650F69115C}" sibTransId="{8BFA598B-A43A-4101-8B37-FE3C95BFBE78}"/>
    <dgm:cxn modelId="{A2526AE4-4736-4008-9941-C8632F37A049}" type="presOf" srcId="{1CA71740-4879-4B22-A4F4-6C08EAA2230A}" destId="{3DEC03BA-249B-465B-B2EC-FD46FBBFF6E7}" srcOrd="0" destOrd="0" presId="urn:microsoft.com/office/officeart/2005/8/layout/default"/>
    <dgm:cxn modelId="{F14741F4-773B-461E-8DC6-27FFAA2C8A18}" type="presOf" srcId="{0576F153-2EFD-46D0-B5AD-0BC0008B7C26}" destId="{2DD99852-F56F-48B0-BE2B-49CB72273B47}" srcOrd="0" destOrd="0" presId="urn:microsoft.com/office/officeart/2005/8/layout/default"/>
    <dgm:cxn modelId="{494DCBF6-7EAC-4CB6-8772-8A76903C69ED}" srcId="{B683F43E-9695-41CD-9C81-AAE0971CD10B}" destId="{1CA71740-4879-4B22-A4F4-6C08EAA2230A}" srcOrd="0" destOrd="0" parTransId="{1DB2A5EF-5CFA-44FF-B851-75247DFF252E}" sibTransId="{ACBCC74B-6492-4DFE-AACB-A2ED174EC7DA}"/>
    <dgm:cxn modelId="{2C379668-48C3-477F-AEFA-35C6C2CC3884}" type="presParOf" srcId="{C840EE20-3EA4-433E-8238-2DCC04A4E4F7}" destId="{3DEC03BA-249B-465B-B2EC-FD46FBBFF6E7}" srcOrd="0" destOrd="0" presId="urn:microsoft.com/office/officeart/2005/8/layout/default"/>
    <dgm:cxn modelId="{1FA8B45E-6566-4302-A60B-1731BDFEEFEF}" type="presParOf" srcId="{C840EE20-3EA4-433E-8238-2DCC04A4E4F7}" destId="{747284C5-A64B-4AE4-80DE-41FBFB405DC9}" srcOrd="1" destOrd="0" presId="urn:microsoft.com/office/officeart/2005/8/layout/default"/>
    <dgm:cxn modelId="{BE6AE84A-5059-4A98-AF60-8A9B83AC2F95}" type="presParOf" srcId="{C840EE20-3EA4-433E-8238-2DCC04A4E4F7}" destId="{2DD99852-F56F-48B0-BE2B-49CB72273B47}" srcOrd="2" destOrd="0" presId="urn:microsoft.com/office/officeart/2005/8/layout/default"/>
    <dgm:cxn modelId="{C1247DCC-7818-4C63-94AF-C3CBCDA164A5}" type="presParOf" srcId="{C840EE20-3EA4-433E-8238-2DCC04A4E4F7}" destId="{06F30BA9-2B79-410D-A9C9-9F24BAE9AC57}" srcOrd="3" destOrd="0" presId="urn:microsoft.com/office/officeart/2005/8/layout/default"/>
    <dgm:cxn modelId="{C89E2069-F441-4E37-A9F1-B796FA3E2BA3}" type="presParOf" srcId="{C840EE20-3EA4-433E-8238-2DCC04A4E4F7}" destId="{2CFAC574-5759-443B-B690-3BA806E8A839}"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C03BA-249B-465B-B2EC-FD46FBBFF6E7}">
      <dsp:nvSpPr>
        <dsp:cNvPr id="0" name=""/>
        <dsp:cNvSpPr/>
      </dsp:nvSpPr>
      <dsp:spPr>
        <a:xfrm>
          <a:off x="1748064" y="2975"/>
          <a:ext cx="3342605" cy="200556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CA" sz="3100" kern="1200" dirty="0"/>
            <a:t>Business needs that are not met by current product</a:t>
          </a:r>
          <a:endParaRPr lang="en-US" sz="3100" kern="1200" dirty="0"/>
        </a:p>
      </dsp:txBody>
      <dsp:txXfrm>
        <a:off x="1748064" y="2975"/>
        <a:ext cx="3342605" cy="2005563"/>
      </dsp:txXfrm>
    </dsp:sp>
    <dsp:sp modelId="{2DD99852-F56F-48B0-BE2B-49CB72273B47}">
      <dsp:nvSpPr>
        <dsp:cNvPr id="0" name=""/>
        <dsp:cNvSpPr/>
      </dsp:nvSpPr>
      <dsp:spPr>
        <a:xfrm>
          <a:off x="5424930" y="2975"/>
          <a:ext cx="3342605" cy="200556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CA" sz="3100" kern="1200"/>
            <a:t>Dissatisfaction with existing product</a:t>
          </a:r>
          <a:endParaRPr lang="en-US" sz="3100" kern="1200"/>
        </a:p>
      </dsp:txBody>
      <dsp:txXfrm>
        <a:off x="5424930" y="2975"/>
        <a:ext cx="3342605" cy="2005563"/>
      </dsp:txXfrm>
    </dsp:sp>
    <dsp:sp modelId="{2CFAC574-5759-443B-B690-3BA806E8A839}">
      <dsp:nvSpPr>
        <dsp:cNvPr id="0" name=""/>
        <dsp:cNvSpPr/>
      </dsp:nvSpPr>
      <dsp:spPr>
        <a:xfrm>
          <a:off x="3586497" y="2342799"/>
          <a:ext cx="3342605" cy="200556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CA" sz="3100" kern="1200" dirty="0"/>
            <a:t>Changes in technologies </a:t>
          </a:r>
          <a:endParaRPr lang="en-US" sz="3100" kern="1200" dirty="0"/>
        </a:p>
      </dsp:txBody>
      <dsp:txXfrm>
        <a:off x="3586497" y="2342799"/>
        <a:ext cx="3342605" cy="20055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3AEC8-2239-44C1-9B48-EFD3FC7E374E}" type="datetimeFigureOut">
              <a:rPr lang="en-CA" smtClean="0"/>
              <a:t>2025-01-16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E6FCD-34FB-418A-844A-EE88E382368F}" type="slidenum">
              <a:rPr lang="en-CA" smtClean="0"/>
              <a:t>‹#›</a:t>
            </a:fld>
            <a:endParaRPr lang="en-CA"/>
          </a:p>
        </p:txBody>
      </p:sp>
    </p:spTree>
    <p:extLst>
      <p:ext uri="{BB962C8B-B14F-4D97-AF65-F5344CB8AC3E}">
        <p14:creationId xmlns:p14="http://schemas.microsoft.com/office/powerpoint/2010/main" val="2757679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0552" indent="-210552"/>
            <a:r>
              <a:rPr lang="en-CA" dirty="0"/>
              <a:t>There are three factors that drive the design of software products</a:t>
            </a:r>
          </a:p>
          <a:p>
            <a:pPr marL="210552" indent="-210552"/>
            <a:r>
              <a:rPr lang="en-CA" dirty="0"/>
              <a:t>Business and consumer needs that are not met by current products</a:t>
            </a:r>
          </a:p>
          <a:p>
            <a:pPr marL="210552" indent="-210552"/>
            <a:r>
              <a:rPr lang="en-CA" dirty="0"/>
              <a:t>Dissatisfaction with existing business or consumer software products</a:t>
            </a:r>
          </a:p>
          <a:p>
            <a:pPr marL="210552" indent="-210552"/>
            <a:r>
              <a:rPr lang="en-CA" dirty="0"/>
              <a:t>Changes in technology that make completely new types of product possible</a:t>
            </a:r>
          </a:p>
          <a:p>
            <a:pPr marL="210552" indent="-210552"/>
            <a:r>
              <a:rPr lang="en-CA" dirty="0"/>
              <a:t>In the early stage of product development, you are trying to understand, what product features would be useful to users, and what they like and dislike about the products that they use.</a:t>
            </a:r>
          </a:p>
          <a:p>
            <a:endParaRPr lang="en-CA" dirty="0"/>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3</a:t>
            </a:fld>
            <a:endParaRPr lang="en-CA"/>
          </a:p>
        </p:txBody>
      </p:sp>
    </p:spTree>
    <p:extLst>
      <p:ext uri="{BB962C8B-B14F-4D97-AF65-F5344CB8AC3E}">
        <p14:creationId xmlns:p14="http://schemas.microsoft.com/office/powerpoint/2010/main" val="4172682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feature is a fragment of functionality such as a ‘print’ feature, a ‘change background feature’, a ‘new document’ feature and so on. </a:t>
            </a:r>
          </a:p>
          <a:p>
            <a:r>
              <a:rPr lang="en-CA" dirty="0"/>
              <a:t>Before you start developing a product, you should aim to create a list of features to be included in your product. </a:t>
            </a:r>
          </a:p>
          <a:p>
            <a:r>
              <a:rPr lang="en-CA" dirty="0"/>
              <a:t>The feature list should be your starting point for product design and development.</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4</a:t>
            </a:fld>
            <a:endParaRPr lang="en-CA"/>
          </a:p>
        </p:txBody>
      </p:sp>
    </p:spTree>
    <p:extLst>
      <p:ext uri="{BB962C8B-B14F-4D97-AF65-F5344CB8AC3E}">
        <p14:creationId xmlns:p14="http://schemas.microsoft.com/office/powerpoint/2010/main" val="542540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It makes sense in any product development to spend time trying to understand the potential users and customers of your product. </a:t>
            </a:r>
          </a:p>
          <a:p>
            <a:r>
              <a:rPr lang="en-CA" dirty="0"/>
              <a:t>A range of techniques have been developed for understanding the ways that people work and use software.</a:t>
            </a:r>
          </a:p>
          <a:p>
            <a:pPr lvl="1"/>
            <a:r>
              <a:rPr lang="en-CA" dirty="0"/>
              <a:t>These include user interviews, surveys, ethnography and task analysis. </a:t>
            </a:r>
          </a:p>
          <a:p>
            <a:pPr lvl="1"/>
            <a:r>
              <a:rPr lang="en-CA" dirty="0"/>
              <a:t>Some of these techniques are expensive and unrealistic for small companies. </a:t>
            </a:r>
          </a:p>
          <a:p>
            <a:r>
              <a:rPr lang="en-CA" dirty="0"/>
              <a:t>Informal user analysis and discussions, which simply involve asking users about their work, the software that they use, and its strengths and weaknesses are inexpensive and very valuable.</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5</a:t>
            </a:fld>
            <a:endParaRPr lang="en-CA"/>
          </a:p>
        </p:txBody>
      </p:sp>
    </p:spTree>
    <p:extLst>
      <p:ext uri="{BB962C8B-B14F-4D97-AF65-F5344CB8AC3E}">
        <p14:creationId xmlns:p14="http://schemas.microsoft.com/office/powerpoint/2010/main" val="1668471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6</a:t>
            </a:fld>
            <a:endParaRPr lang="en-CA"/>
          </a:p>
        </p:txBody>
      </p:sp>
    </p:spTree>
    <p:extLst>
      <p:ext uri="{BB962C8B-B14F-4D97-AF65-F5344CB8AC3E}">
        <p14:creationId xmlns:p14="http://schemas.microsoft.com/office/powerpoint/2010/main" val="1585196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need to have an understanding of your potential users to design features that they are likely to find useful and to design a user interface that is suited to them.</a:t>
            </a:r>
          </a:p>
          <a:p>
            <a:r>
              <a:rPr lang="en-CA" dirty="0"/>
              <a:t>Personas are ‘imagined users’ where you create a character portrait of a type of user that you think might use your product. </a:t>
            </a:r>
          </a:p>
          <a:p>
            <a:pPr lvl="1"/>
            <a:r>
              <a:rPr lang="en-CA" dirty="0"/>
              <a:t>For example, if your product is aimed at managing appointments for dentists, you might create a dentist persona, a receptionist persona and a patient persona. </a:t>
            </a:r>
          </a:p>
          <a:p>
            <a:pPr lvl="1"/>
            <a:endParaRPr lang="en-CA" dirty="0"/>
          </a:p>
          <a:p>
            <a:r>
              <a:rPr lang="en-CA" dirty="0"/>
              <a:t>Personas of different types of user help you imagine what these users may want to do with your software and how it might be used. They help </a:t>
            </a:r>
            <a:r>
              <a:rPr lang="en-CA"/>
              <a:t>you realise the </a:t>
            </a:r>
            <a:r>
              <a:rPr lang="en-CA" dirty="0"/>
              <a:t>difficulties that they might have in understanding and using product features.</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8</a:t>
            </a:fld>
            <a:endParaRPr lang="en-CA"/>
          </a:p>
        </p:txBody>
      </p:sp>
    </p:spTree>
    <p:extLst>
      <p:ext uri="{BB962C8B-B14F-4D97-AF65-F5344CB8AC3E}">
        <p14:creationId xmlns:p14="http://schemas.microsoft.com/office/powerpoint/2010/main" val="4133405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persona should ‘paint a picture’ of a type of product user. They should be relatively short and easy-to-read.</a:t>
            </a:r>
          </a:p>
          <a:p>
            <a:r>
              <a:rPr lang="en-CA" dirty="0"/>
              <a:t>You should describe their background and why they might want to use your product. </a:t>
            </a:r>
          </a:p>
          <a:p>
            <a:r>
              <a:rPr lang="en-CA" dirty="0"/>
              <a:t>You should also say something about their educational background and technical skills. </a:t>
            </a:r>
          </a:p>
          <a:p>
            <a:r>
              <a:rPr lang="en-CA" dirty="0"/>
              <a:t>These help you assess whether or not a software feature is likely to be useful, understandable and usable by typical product users. </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9</a:t>
            </a:fld>
            <a:endParaRPr lang="en-CA"/>
          </a:p>
        </p:txBody>
      </p:sp>
    </p:spTree>
    <p:extLst>
      <p:ext uri="{BB962C8B-B14F-4D97-AF65-F5344CB8AC3E}">
        <p14:creationId xmlns:p14="http://schemas.microsoft.com/office/powerpoint/2010/main" val="1682748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Personas should be based on an understanding of the potential product users, their jobs, their background and their aspirations. </a:t>
            </a:r>
          </a:p>
          <a:p>
            <a:r>
              <a:rPr lang="en-CA" dirty="0"/>
              <a:t>You should study and survey potential users to understand what they want and how they might use the product. </a:t>
            </a:r>
          </a:p>
          <a:p>
            <a:r>
              <a:rPr lang="en-CA" dirty="0"/>
              <a:t>From this data, you can then abstract the essential information about the different types of product user and use this as a basis for creating personas. </a:t>
            </a:r>
          </a:p>
          <a:p>
            <a:r>
              <a:rPr lang="en-CA" dirty="0"/>
              <a:t>Personas that are developed on the basis of limited user information are called proto-personas. </a:t>
            </a:r>
          </a:p>
          <a:p>
            <a:pPr lvl="1"/>
            <a:r>
              <a:rPr lang="en-CA" dirty="0"/>
              <a:t>Proto-personas may be created as a collective team exercise using whatever information is available about potential product users. They can never be as accurate as personas developed from detailed user studies, but they are better than nothing. </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10</a:t>
            </a:fld>
            <a:endParaRPr lang="en-CA"/>
          </a:p>
        </p:txBody>
      </p:sp>
    </p:spTree>
    <p:extLst>
      <p:ext uri="{BB962C8B-B14F-4D97-AF65-F5344CB8AC3E}">
        <p14:creationId xmlns:p14="http://schemas.microsoft.com/office/powerpoint/2010/main" val="3418439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defRPr sz="2400" b="1" i="1"/>
            </a:pPr>
            <a:r>
              <a:rPr lang="en-CA" dirty="0"/>
              <a:t>Personalization</a:t>
            </a:r>
          </a:p>
          <a:p>
            <a:pPr algn="l">
              <a:defRPr sz="2400"/>
            </a:pPr>
            <a:r>
              <a:rPr lang="en-CA" dirty="0"/>
              <a:t>You should give them a name and say something about their personal circumstances. This is important because you shouldn’t think of a persona as a role but as an individual. It is sometimes helpful to use an appropriate stock photograph to represent the person in the persona. Some studies suggest that this helps project teams use personas more effectively.</a:t>
            </a:r>
          </a:p>
          <a:p>
            <a:pPr algn="l">
              <a:defRPr sz="2400"/>
            </a:pPr>
            <a:endParaRPr lang="en-CA" dirty="0"/>
          </a:p>
          <a:p>
            <a:pPr algn="l">
              <a:defRPr sz="2400"/>
            </a:pPr>
            <a:r>
              <a:rPr lang="en-CA" b="1" i="1" dirty="0"/>
              <a:t>Job-related</a:t>
            </a:r>
            <a:br>
              <a:rPr lang="en-CA" dirty="0"/>
            </a:br>
            <a:r>
              <a:rPr lang="en-CA" dirty="0"/>
              <a:t>If your product is targeted at business, you should say something about their job and (if necessary) what that job involves. For some jobs, such as a teacher where readers are likely to be familiar with the job, this may not be necessary.</a:t>
            </a:r>
          </a:p>
          <a:p>
            <a:pPr algn="l">
              <a:defRPr sz="2400"/>
            </a:pPr>
            <a:endParaRPr lang="en-CA" dirty="0"/>
          </a:p>
          <a:p>
            <a:pPr algn="l">
              <a:defRPr sz="2400"/>
            </a:pPr>
            <a:r>
              <a:rPr lang="en-CA" b="1" i="1" dirty="0"/>
              <a:t>Education</a:t>
            </a:r>
            <a:br>
              <a:rPr lang="en-CA" dirty="0"/>
            </a:br>
            <a:r>
              <a:rPr lang="en-CA" dirty="0"/>
              <a:t>You should describe their educational background and their level of technical skills and experience. This is important, especially for interface design.</a:t>
            </a:r>
          </a:p>
          <a:p>
            <a:pPr algn="l">
              <a:defRPr sz="2400"/>
            </a:pPr>
            <a:endParaRPr lang="en-CA" dirty="0"/>
          </a:p>
          <a:p>
            <a:pPr algn="l">
              <a:defRPr sz="2400"/>
            </a:pPr>
            <a:r>
              <a:rPr lang="en-CA" b="1" i="1" dirty="0"/>
              <a:t>Relevance</a:t>
            </a:r>
            <a:br>
              <a:rPr lang="en-CA" dirty="0"/>
            </a:br>
            <a:r>
              <a:rPr lang="en-CA" dirty="0"/>
              <a:t>If you can, you should say why they might be interested in using the product and what they might want to do with it.</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11</a:t>
            </a:fld>
            <a:endParaRPr lang="en-CA"/>
          </a:p>
        </p:txBody>
      </p:sp>
    </p:spTree>
    <p:extLst>
      <p:ext uri="{BB962C8B-B14F-4D97-AF65-F5344CB8AC3E}">
        <p14:creationId xmlns:p14="http://schemas.microsoft.com/office/powerpoint/2010/main" val="3951491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main benefit of personas is that they help you and other development team members empathize with potential users of the software. </a:t>
            </a:r>
          </a:p>
          <a:p>
            <a:r>
              <a:rPr lang="en-CA" dirty="0"/>
              <a:t>Personas help because they are a tool that allows developers to ‘step into the user’s shoes’. </a:t>
            </a:r>
          </a:p>
          <a:p>
            <a:r>
              <a:rPr lang="en-CA" dirty="0"/>
              <a:t>Instead of thinking about what you would do in a particular situation, you can imagine how a persona would behave and react. </a:t>
            </a:r>
          </a:p>
          <a:p>
            <a:endParaRPr lang="en-CA" dirty="0"/>
          </a:p>
          <a:p>
            <a:r>
              <a:rPr lang="en-CA" dirty="0"/>
              <a:t>Personas can help you check your ideas to make sure that you are not including product features that aren’t really needed. </a:t>
            </a:r>
          </a:p>
          <a:p>
            <a:r>
              <a:rPr lang="en-CA" dirty="0"/>
              <a:t>They help you to avoid making unwarranted assumptions, based on your own knowledge, and designing an over-complicated or irrelevant product.</a:t>
            </a:r>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13</a:t>
            </a:fld>
            <a:endParaRPr lang="en-CA"/>
          </a:p>
        </p:txBody>
      </p:sp>
    </p:spTree>
    <p:extLst>
      <p:ext uri="{BB962C8B-B14F-4D97-AF65-F5344CB8AC3E}">
        <p14:creationId xmlns:p14="http://schemas.microsoft.com/office/powerpoint/2010/main" val="286453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14</a:t>
            </a:fld>
            <a:endParaRPr lang="en-CA"/>
          </a:p>
        </p:txBody>
      </p:sp>
    </p:spTree>
    <p:extLst>
      <p:ext uri="{BB962C8B-B14F-4D97-AF65-F5344CB8AC3E}">
        <p14:creationId xmlns:p14="http://schemas.microsoft.com/office/powerpoint/2010/main" val="102751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8798" indent="-208798" defTabSz="496570">
              <a:spcBef>
                <a:spcPts val="2500"/>
              </a:spcBef>
              <a:defRPr sz="2380"/>
            </a:pPr>
            <a:r>
              <a:rPr lang="en-CA" dirty="0"/>
              <a:t>A brief statement of the overall objective. </a:t>
            </a:r>
          </a:p>
          <a:p>
            <a:pPr marL="208798" indent="-208798" defTabSz="496570">
              <a:spcBef>
                <a:spcPts val="2500"/>
              </a:spcBef>
              <a:defRPr sz="2380"/>
            </a:pPr>
            <a:endParaRPr lang="en-CA" dirty="0"/>
          </a:p>
          <a:p>
            <a:pPr marL="777240" lvl="1" indent="-388620" defTabSz="496570">
              <a:spcBef>
                <a:spcPts val="2500"/>
              </a:spcBef>
              <a:defRPr sz="2040"/>
            </a:pPr>
            <a:r>
              <a:rPr lang="en-CA" dirty="0"/>
              <a:t>In Jack’s scenario, this is to support a class project on the fishing industry. </a:t>
            </a:r>
          </a:p>
          <a:p>
            <a:pPr marL="208798" indent="-208798" defTabSz="496570">
              <a:spcBef>
                <a:spcPts val="2500"/>
              </a:spcBef>
              <a:defRPr sz="2380"/>
            </a:pPr>
            <a:r>
              <a:rPr lang="en-CA" dirty="0"/>
              <a:t>References to the personas involved (Jack) so that you can get information about the capabilities and motivation of that user.</a:t>
            </a:r>
          </a:p>
          <a:p>
            <a:pPr marL="208798" indent="-208798" defTabSz="496570">
              <a:spcBef>
                <a:spcPts val="2500"/>
              </a:spcBef>
              <a:defRPr sz="2380"/>
            </a:pPr>
            <a:endParaRPr lang="en-CA" dirty="0"/>
          </a:p>
          <a:p>
            <a:pPr marL="208798" indent="-208798" defTabSz="496570">
              <a:spcBef>
                <a:spcPts val="2500"/>
              </a:spcBef>
              <a:defRPr sz="2380"/>
            </a:pPr>
            <a:r>
              <a:rPr lang="en-CA" dirty="0"/>
              <a:t>Information about what is involved in doing the activity. For example, in Jack’s scenario this involves gathering reminiscences from relatives, accessing newspaper archives, etc.</a:t>
            </a:r>
          </a:p>
          <a:p>
            <a:pPr marL="208798" indent="-208798" defTabSz="496570">
              <a:spcBef>
                <a:spcPts val="2500"/>
              </a:spcBef>
              <a:defRPr sz="2380"/>
            </a:pPr>
            <a:endParaRPr lang="en-CA" dirty="0"/>
          </a:p>
          <a:p>
            <a:pPr marL="208798" indent="-208798" defTabSz="496570">
              <a:spcBef>
                <a:spcPts val="2500"/>
              </a:spcBef>
              <a:defRPr sz="2380"/>
            </a:pPr>
            <a:r>
              <a:rPr lang="en-CA" dirty="0"/>
              <a:t>An explanation of problems that can’t be readily addressed using the existing system. </a:t>
            </a:r>
          </a:p>
          <a:p>
            <a:pPr marL="777240" lvl="1" indent="-388620" defTabSz="496570">
              <a:spcBef>
                <a:spcPts val="2500"/>
              </a:spcBef>
              <a:defRPr sz="2040"/>
            </a:pPr>
            <a:r>
              <a:rPr lang="en-CA" dirty="0"/>
              <a:t>Young children don’t understand issues such as copyright and privacy, so photo sharing requires a site that a teacher can moderate to make sure that published images are legal and acceptable.</a:t>
            </a:r>
          </a:p>
          <a:p>
            <a:pPr marL="777240" lvl="1" indent="-388620" defTabSz="496570">
              <a:spcBef>
                <a:spcPts val="2500"/>
              </a:spcBef>
              <a:defRPr sz="2040"/>
            </a:pPr>
            <a:endParaRPr lang="en-CA" dirty="0"/>
          </a:p>
          <a:p>
            <a:pPr marL="208798" indent="-208798" defTabSz="496570">
              <a:spcBef>
                <a:spcPts val="2500"/>
              </a:spcBef>
              <a:defRPr sz="2380"/>
            </a:pPr>
            <a:r>
              <a:rPr lang="en-CA" dirty="0"/>
              <a:t>A description of one way that the identified problem might be addressed. </a:t>
            </a:r>
          </a:p>
          <a:p>
            <a:pPr marL="777240" lvl="1" indent="-388620" defTabSz="496570">
              <a:spcBef>
                <a:spcPts val="2500"/>
              </a:spcBef>
              <a:defRPr sz="2040"/>
            </a:pPr>
            <a:r>
              <a:rPr lang="en-CA" dirty="0"/>
              <a:t> In Jack’s scenario, the preferred approach is to use an external tool designed for school students. </a:t>
            </a:r>
          </a:p>
          <a:p>
            <a:endParaRPr lang="en-CA" dirty="0"/>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16</a:t>
            </a:fld>
            <a:endParaRPr lang="en-CA"/>
          </a:p>
        </p:txBody>
      </p:sp>
    </p:spTree>
    <p:extLst>
      <p:ext uri="{BB962C8B-B14F-4D97-AF65-F5344CB8AC3E}">
        <p14:creationId xmlns:p14="http://schemas.microsoft.com/office/powerpoint/2010/main" val="217724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Scenarios should always be written from the user’s perspective and based on identified personas or real users.</a:t>
            </a:r>
          </a:p>
          <a:p>
            <a:r>
              <a:rPr lang="en-CA" dirty="0"/>
              <a:t>Your starting point for scenario writing should be the personas that you have created. You should normally try to imagine several scenarios from each persona.</a:t>
            </a:r>
          </a:p>
          <a:p>
            <a:r>
              <a:rPr lang="en-CA" dirty="0"/>
              <a:t>Ideally, scenarios should be general and should not include implementation information. </a:t>
            </a:r>
          </a:p>
          <a:p>
            <a:pPr lvl="1"/>
            <a:r>
              <a:rPr lang="en-CA" dirty="0"/>
              <a:t>However, describing an implementation is often the easiest way to explain how a task is done.</a:t>
            </a:r>
          </a:p>
          <a:p>
            <a:r>
              <a:rPr lang="en-CA" dirty="0"/>
              <a:t>It is important to ensure that you have coverage of all of the potential user roles when describing a system.</a:t>
            </a:r>
          </a:p>
          <a:p>
            <a:endParaRPr lang="en-CA" dirty="0"/>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17</a:t>
            </a:fld>
            <a:endParaRPr lang="en-CA"/>
          </a:p>
        </p:txBody>
      </p:sp>
    </p:spTree>
    <p:extLst>
      <p:ext uri="{BB962C8B-B14F-4D97-AF65-F5344CB8AC3E}">
        <p14:creationId xmlns:p14="http://schemas.microsoft.com/office/powerpoint/2010/main" val="3711667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Scenarios are not only valuable for system design but are also accessible and easy to understand, making them excellent tools for engaging users in the development process.</a:t>
            </a:r>
          </a:p>
          <a:p>
            <a:r>
              <a:rPr lang="en-CA" b="1" dirty="0"/>
              <a:t>Effective Strategies for User Involvement:</a:t>
            </a:r>
            <a:endParaRPr lang="en-CA" dirty="0"/>
          </a:p>
          <a:p>
            <a:pPr>
              <a:buFont typeface="+mj-lt"/>
              <a:buAutoNum type="arabicPeriod"/>
            </a:pPr>
            <a:r>
              <a:rPr lang="en-CA" b="1" dirty="0"/>
              <a:t>Initial Scenario Creation</a:t>
            </a:r>
            <a:r>
              <a:rPr lang="en-CA" dirty="0"/>
              <a:t>: Begin by developing an initial scenario based on your understanding of potential system use. This scenario should outline a typical user interaction with the system in a realistic context.</a:t>
            </a:r>
          </a:p>
          <a:p>
            <a:pPr>
              <a:buFont typeface="+mj-lt"/>
              <a:buAutoNum type="arabicPeriod"/>
            </a:pPr>
            <a:r>
              <a:rPr lang="en-CA" b="1" dirty="0"/>
              <a:t>User Feedback and Iteration</a:t>
            </a:r>
            <a:r>
              <a:rPr lang="en-CA" dirty="0"/>
              <a:t>: Present this scenario to users and invite their feedback. Users are particularly adept at identifying inaccuracies or elements that don’t align with their real-world experiences. Encourage them to point out what seems unrealistic or incorrect.</a:t>
            </a:r>
          </a:p>
          <a:p>
            <a:pPr>
              <a:buFont typeface="+mj-lt"/>
              <a:buAutoNum type="arabicPeriod"/>
            </a:pPr>
            <a:r>
              <a:rPr lang="en-CA" b="1" dirty="0"/>
              <a:t>Refinement and Expansion</a:t>
            </a:r>
            <a:r>
              <a:rPr lang="en-CA" dirty="0"/>
              <a:t>: Ask users for specific insights on how the scenarios could be enhanced. They might suggest additional details or extensions that make the scenarios more comprehensive and true to life.</a:t>
            </a:r>
          </a:p>
          <a:p>
            <a:r>
              <a:rPr lang="en-CA" b="1" dirty="0"/>
              <a:t>Challenges with Direct User Contributions:</a:t>
            </a:r>
            <a:endParaRPr lang="en-CA" dirty="0"/>
          </a:p>
          <a:p>
            <a:pPr>
              <a:buFont typeface="Arial" panose="020B0604020202020204" pitchFamily="34" charset="0"/>
              <a:buChar char="•"/>
            </a:pPr>
            <a:r>
              <a:rPr lang="en-CA" b="1" dirty="0"/>
              <a:t>User-Generated Content</a:t>
            </a:r>
            <a:r>
              <a:rPr lang="en-CA" dirty="0"/>
              <a:t>: While involving users is beneficial, our experience has shown that direct scenario writing by users can lead to overly detailed descriptions focused too narrowly on current processes. Users often struggle to abstract and generalize their experiences, which may not effectively inform future system enhancements.</a:t>
            </a:r>
          </a:p>
          <a:p>
            <a:pPr>
              <a:buFont typeface="Arial" panose="020B0604020202020204" pitchFamily="34" charset="0"/>
              <a:buChar char="•"/>
            </a:pPr>
            <a:r>
              <a:rPr lang="en-CA" b="1" dirty="0"/>
              <a:t>Guidance and Facilitation</a:t>
            </a:r>
            <a:r>
              <a:rPr lang="en-CA" dirty="0"/>
              <a:t>: To mitigate this, it's crucial to guide users in thinking beyond their immediate workflow and consider potential changes and improvements. Facilitate discussions that help users envision future possibilities rather than just current practices.</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18</a:t>
            </a:fld>
            <a:endParaRPr lang="en-CA"/>
          </a:p>
        </p:txBody>
      </p:sp>
    </p:spTree>
    <p:extLst>
      <p:ext uri="{BB962C8B-B14F-4D97-AF65-F5344CB8AC3E}">
        <p14:creationId xmlns:p14="http://schemas.microsoft.com/office/powerpoint/2010/main" val="1132400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CA" b="1" dirty="0"/>
              <a:t>Definition</a:t>
            </a:r>
            <a:r>
              <a:rPr lang="en-CA" dirty="0"/>
              <a:t>: User stories are more specific than scenarios. They are short, simple descriptions of a feature told from the perspective of the user who desires the new capability.</a:t>
            </a:r>
          </a:p>
          <a:p>
            <a:pPr>
              <a:buFont typeface="Arial" panose="020B0604020202020204" pitchFamily="34" charset="0"/>
              <a:buChar char="•"/>
            </a:pPr>
            <a:r>
              <a:rPr lang="en-CA" b="1" dirty="0"/>
              <a:t>Content</a:t>
            </a:r>
            <a:r>
              <a:rPr lang="en-CA" dirty="0"/>
              <a:t>: Each user story focuses on a single functionality or need, detailing what the user wants from the system in a structured format.</a:t>
            </a:r>
          </a:p>
          <a:p>
            <a:r>
              <a:rPr lang="en-CA" b="1" dirty="0"/>
              <a:t>Standard Format of a User Story</a:t>
            </a:r>
            <a:r>
              <a:rPr lang="en-CA" dirty="0"/>
              <a:t>:</a:t>
            </a:r>
          </a:p>
          <a:p>
            <a:pPr>
              <a:buFont typeface="Arial" panose="020B0604020202020204" pitchFamily="34" charset="0"/>
              <a:buChar char="•"/>
            </a:pPr>
            <a:r>
              <a:rPr lang="en-CA" dirty="0"/>
              <a:t>Basic Format: </a:t>
            </a:r>
            <a:r>
              <a:rPr lang="en-CA" b="1" dirty="0"/>
              <a:t>As a [role], I [want | need] to [do something]</a:t>
            </a:r>
            <a:r>
              <a:rPr lang="en-CA" dirty="0"/>
              <a:t>.</a:t>
            </a:r>
          </a:p>
          <a:p>
            <a:pPr marL="742950" lvl="1" indent="-285750">
              <a:buFont typeface="Arial" panose="020B0604020202020204" pitchFamily="34" charset="0"/>
              <a:buChar char="•"/>
            </a:pPr>
            <a:r>
              <a:rPr lang="en-CA" dirty="0"/>
              <a:t>Example: </a:t>
            </a:r>
            <a:r>
              <a:rPr lang="en-CA" i="1" dirty="0"/>
              <a:t>As an author, I need a way to organize the book I’m writing into chapters and sections.</a:t>
            </a:r>
            <a:endParaRPr lang="en-CA" dirty="0"/>
          </a:p>
          <a:p>
            <a:pPr>
              <a:buFont typeface="Arial" panose="020B0604020202020204" pitchFamily="34" charset="0"/>
              <a:buChar char="•"/>
            </a:pPr>
            <a:r>
              <a:rPr lang="en-CA" dirty="0"/>
              <a:t>Extended Format with Justification: </a:t>
            </a:r>
            <a:r>
              <a:rPr lang="en-CA" b="1" dirty="0"/>
              <a:t>As a [role], I [want | need] to [do something] so that [reason]</a:t>
            </a:r>
            <a:r>
              <a:rPr lang="en-CA" dirty="0"/>
              <a:t>.</a:t>
            </a:r>
          </a:p>
          <a:p>
            <a:pPr marL="742950" lvl="1" indent="-285750">
              <a:buFont typeface="Arial" panose="020B0604020202020204" pitchFamily="34" charset="0"/>
              <a:buChar char="•"/>
            </a:pPr>
            <a:r>
              <a:rPr lang="en-CA" dirty="0"/>
              <a:t>Example: </a:t>
            </a:r>
            <a:r>
              <a:rPr lang="en-CA" i="1" dirty="0"/>
              <a:t>As a teacher, I need to be able to report who is attending a class trip so that the school maintains the required health and safety records.</a:t>
            </a:r>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19</a:t>
            </a:fld>
            <a:endParaRPr lang="en-CA"/>
          </a:p>
        </p:txBody>
      </p:sp>
    </p:spTree>
    <p:extLst>
      <p:ext uri="{BB962C8B-B14F-4D97-AF65-F5344CB8AC3E}">
        <p14:creationId xmlns:p14="http://schemas.microsoft.com/office/powerpoint/2010/main" val="2600677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Product Backlog as User Stories</a:t>
            </a:r>
            <a:r>
              <a:rPr lang="en-CA" dirty="0"/>
              <a:t>: In Scrum, the product backlog is typically represented as a collection of user stories. This format helps to ensure that every backlog item focuses on delivering specific value to the user, aligning development efforts directly with user needs.</a:t>
            </a:r>
          </a:p>
          <a:p>
            <a:r>
              <a:rPr lang="en-CA" b="1" dirty="0"/>
              <a:t>Focus on Implementable Units</a:t>
            </a:r>
            <a:r>
              <a:rPr lang="en-CA" dirty="0"/>
              <a:t>: User stories should be concise and focused on a clearly defined system feature or aspect of a feature. Ideally, each story should be scoped to be implementable within a single sprint, facilitating rapid development and frequent reassessment.</a:t>
            </a:r>
          </a:p>
          <a:p>
            <a:r>
              <a:rPr lang="en-CA" b="1" dirty="0"/>
              <a:t>Managing Complex Features</a:t>
            </a:r>
            <a:r>
              <a:rPr lang="en-CA" dirty="0"/>
              <a:t>: For more complex features that cannot be completed within a single sprint, user stories are classified as epics. An epic is a large user story that is expected to be broken down into smaller stories, each of which can be completed within a sprint.</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20</a:t>
            </a:fld>
            <a:endParaRPr lang="en-CA"/>
          </a:p>
        </p:txBody>
      </p:sp>
    </p:spTree>
    <p:extLst>
      <p:ext uri="{BB962C8B-B14F-4D97-AF65-F5344CB8AC3E}">
        <p14:creationId xmlns:p14="http://schemas.microsoft.com/office/powerpoint/2010/main" val="3257164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Stories can be used to describe features in your product that should be implemented.</a:t>
            </a:r>
          </a:p>
          <a:p>
            <a:r>
              <a:rPr lang="en-CA" dirty="0"/>
              <a:t>Each feature can have a set of associated stories that describe how that feature is used.</a:t>
            </a:r>
          </a:p>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22</a:t>
            </a:fld>
            <a:endParaRPr lang="en-CA"/>
          </a:p>
        </p:txBody>
      </p:sp>
    </p:spTree>
    <p:extLst>
      <p:ext uri="{BB962C8B-B14F-4D97-AF65-F5344CB8AC3E}">
        <p14:creationId xmlns:p14="http://schemas.microsoft.com/office/powerpoint/2010/main" val="608597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25</a:t>
            </a:fld>
            <a:endParaRPr lang="en-CA"/>
          </a:p>
        </p:txBody>
      </p:sp>
    </p:spTree>
    <p:extLst>
      <p:ext uri="{BB962C8B-B14F-4D97-AF65-F5344CB8AC3E}">
        <p14:creationId xmlns:p14="http://schemas.microsoft.com/office/powerpoint/2010/main" val="2208701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EEE6FCD-34FB-418A-844A-EE88E382368F}" type="slidenum">
              <a:rPr lang="en-CA" smtClean="0"/>
              <a:t>37</a:t>
            </a:fld>
            <a:endParaRPr lang="en-CA"/>
          </a:p>
        </p:txBody>
      </p:sp>
    </p:spTree>
    <p:extLst>
      <p:ext uri="{BB962C8B-B14F-4D97-AF65-F5344CB8AC3E}">
        <p14:creationId xmlns:p14="http://schemas.microsoft.com/office/powerpoint/2010/main" val="370532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E669D-24A5-1D48-89A8-AE58399FB1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B92EFC3-672E-1EFF-1FD7-651F1A627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7E25005-DE83-7478-028D-9BF2F716DAEE}"/>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9A83D324-D7BD-2470-454D-37464CD2E8F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80E5149-B7B2-8859-32A7-9F415618D124}"/>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220385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AD9A-E974-2235-0B96-70CBF0714D8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B43457E-B4D0-E860-AA5F-0CBEE037F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7F1B397-517F-19FC-31B0-27B0B0FE73C1}"/>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6F027352-63AD-A696-FD5B-BEC6C2C4C81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DE018DA-987B-72BA-E217-8AE257C5D216}"/>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365599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E20A-F7DA-AD15-22BA-04CFA5EEDC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47EA367-D150-C728-B8BB-76C5D26E8E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573229-35D0-A83D-3F42-E5352DAB5B2E}"/>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ACD2C1A4-9D33-B7CC-8782-5F8DB68E0AF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4C24D47-B6EF-8B6C-5DA9-253CCED46680}"/>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1439146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D49C-8A7C-549B-5D75-AA9178FF81A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7284CDB-BCA0-9216-97C0-B4947BF69D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128BF50-F8B0-F375-979D-A5009C5444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54401C6-BB70-4336-A12F-32CC4A1DF0F1}"/>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6" name="Footer Placeholder 5">
            <a:extLst>
              <a:ext uri="{FF2B5EF4-FFF2-40B4-BE49-F238E27FC236}">
                <a16:creationId xmlns:a16="http://schemas.microsoft.com/office/drawing/2014/main" id="{34A7F14F-4117-BC71-F1E2-A084905818E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00BAD59-5E08-BCD6-FA37-90524A50B92C}"/>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420350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991D2-A254-8ECE-CF83-5EA966353C6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AD47433-C11C-553F-CA15-097BAE9685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598F17-B94D-7A81-93F6-E83E1B9A89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36460E3-0861-AF41-8110-13C51506B0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0AE09-1261-2F1D-281C-24776D973B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2282FF6-611B-9A4F-F540-3A87C82EE626}"/>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8" name="Footer Placeholder 7">
            <a:extLst>
              <a:ext uri="{FF2B5EF4-FFF2-40B4-BE49-F238E27FC236}">
                <a16:creationId xmlns:a16="http://schemas.microsoft.com/office/drawing/2014/main" id="{90522625-6E49-5413-7842-032E9A7337B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84E4FAC-D94B-C917-543E-5948B6947A65}"/>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2500468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8644E-26C2-3B76-92B2-8583F4A0F228}"/>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948AEE5-3036-DB5E-7368-6DA91C78F719}"/>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4" name="Footer Placeholder 3">
            <a:extLst>
              <a:ext uri="{FF2B5EF4-FFF2-40B4-BE49-F238E27FC236}">
                <a16:creationId xmlns:a16="http://schemas.microsoft.com/office/drawing/2014/main" id="{20F91D46-D2B8-702C-BB9A-BEB9AD0CFBD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452E589-B616-3408-E211-BEC17FEFFD71}"/>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1525360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5A1EE1-5BBA-F8D8-9FBA-C3BE79E0B0B9}"/>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3" name="Footer Placeholder 2">
            <a:extLst>
              <a:ext uri="{FF2B5EF4-FFF2-40B4-BE49-F238E27FC236}">
                <a16:creationId xmlns:a16="http://schemas.microsoft.com/office/drawing/2014/main" id="{A376C332-92A0-8883-AB43-B408A5C3517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BBBFBCC-590B-F81E-7B0E-0CAFFD1C90CC}"/>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3640557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3089B-59CF-F8D7-ECEF-B88085C006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E751EE7-DD64-D433-8901-E2585A096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A6F49A2-9804-A9DD-1656-FE3B81CAA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9C538-0764-6181-114A-D5F07084A6F6}"/>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6" name="Footer Placeholder 5">
            <a:extLst>
              <a:ext uri="{FF2B5EF4-FFF2-40B4-BE49-F238E27FC236}">
                <a16:creationId xmlns:a16="http://schemas.microsoft.com/office/drawing/2014/main" id="{896C934F-515B-320C-3EFE-2CBA84374D5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11157B8-8DC7-44A6-8202-3073FBC55297}"/>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282116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FFC7-ABE9-B31B-51BF-64F9C9FAE3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A109BAF-5EFF-DA3D-F262-7192C790FA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4886EAF-AEEE-282E-ECCE-7A11F3353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C4F69B-513B-8A47-0C5F-EE24921D1B16}"/>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6" name="Footer Placeholder 5">
            <a:extLst>
              <a:ext uri="{FF2B5EF4-FFF2-40B4-BE49-F238E27FC236}">
                <a16:creationId xmlns:a16="http://schemas.microsoft.com/office/drawing/2014/main" id="{002BA010-0E61-CCE4-0C60-B7A73119D1C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EF58F3F-A9D9-731B-0172-7769ADC800A2}"/>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3930978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C47F-FC3A-ABCE-B255-74121CD1653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745DFA2-12A6-6E8E-F3BD-C7E69DC2C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90586BC-1F28-BC90-21CA-8B035D530B95}"/>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A9174444-4793-A668-5884-AAE4BC69420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20B79AB-8BA6-2CC4-213A-18004D2723F1}"/>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3798690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6501B-52C8-AA73-1D48-A19BC64140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5C0FEA1-DC00-FED2-791D-B314611735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B4FEF2D-1CC4-7B10-CB9C-9015A39E4360}"/>
              </a:ext>
            </a:extLst>
          </p:cNvPr>
          <p:cNvSpPr>
            <a:spLocks noGrp="1"/>
          </p:cNvSpPr>
          <p:nvPr>
            <p:ph type="dt" sz="half" idx="10"/>
          </p:nvPr>
        </p:nvSpPr>
        <p:spPr/>
        <p:txBody>
          <a:body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E1E956D3-F91F-285B-53E4-4B6E1107E2A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CAE5CD8-9F00-EA8C-3889-0FE462FC1586}"/>
              </a:ext>
            </a:extLst>
          </p:cNvPr>
          <p:cNvSpPr>
            <a:spLocks noGrp="1"/>
          </p:cNvSpPr>
          <p:nvPr>
            <p:ph type="sldNum" sz="quarter" idx="12"/>
          </p:nvPr>
        </p:nvSpPr>
        <p:spPr/>
        <p:txBody>
          <a:bodyPr/>
          <a:lstStyle/>
          <a:p>
            <a:fld id="{C10F43A0-6CE9-493B-8A76-40C5E2204FF9}" type="slidenum">
              <a:rPr lang="en-CA" smtClean="0"/>
              <a:t>‹#›</a:t>
            </a:fld>
            <a:endParaRPr lang="en-CA"/>
          </a:p>
        </p:txBody>
      </p:sp>
    </p:spTree>
    <p:extLst>
      <p:ext uri="{BB962C8B-B14F-4D97-AF65-F5344CB8AC3E}">
        <p14:creationId xmlns:p14="http://schemas.microsoft.com/office/powerpoint/2010/main" val="4235881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Figure master ">
    <p:spTree>
      <p:nvGrpSpPr>
        <p:cNvPr id="1" name=""/>
        <p:cNvGrpSpPr/>
        <p:nvPr/>
      </p:nvGrpSpPr>
      <p:grpSpPr>
        <a:xfrm>
          <a:off x="0" y="0"/>
          <a:ext cx="0" cy="0"/>
          <a:chOff x="0" y="0"/>
          <a:chExt cx="0" cy="0"/>
        </a:xfrm>
      </p:grpSpPr>
      <p:sp>
        <p:nvSpPr>
          <p:cNvPr id="42" name="Title Text"/>
          <p:cNvSpPr txBox="1">
            <a:spLocks noGrp="1"/>
          </p:cNvSpPr>
          <p:nvPr>
            <p:ph type="title"/>
          </p:nvPr>
        </p:nvSpPr>
        <p:spPr>
          <a:xfrm>
            <a:off x="892969" y="241102"/>
            <a:ext cx="10406063" cy="477111"/>
          </a:xfrm>
          <a:prstGeom prst="rect">
            <a:avLst/>
          </a:prstGeom>
        </p:spPr>
        <p:txBody>
          <a:bodyPr anchor="ctr"/>
          <a:lstStyle>
            <a:lvl1pPr algn="l">
              <a:defRPr sz="1406">
                <a:solidFill>
                  <a:srgbClr val="000000"/>
                </a:solidFill>
              </a:defRPr>
            </a:lvl1pPr>
          </a:lstStyle>
          <a:p>
            <a:r>
              <a:t>Title Text</a:t>
            </a:r>
          </a:p>
        </p:txBody>
      </p:sp>
      <p:sp>
        <p:nvSpPr>
          <p:cNvPr id="43" name="© Ian Sommerville 2018:"/>
          <p:cNvSpPr txBox="1"/>
          <p:nvPr/>
        </p:nvSpPr>
        <p:spPr>
          <a:xfrm>
            <a:off x="5239342" y="6465574"/>
            <a:ext cx="1818639"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p>
            <a:r>
              <a:rPr sz="1266"/>
              <a:t> © Ian Sommerville 2018</a:t>
            </a:r>
            <a:r>
              <a:rPr sz="1266">
                <a:solidFill>
                  <a:srgbClr val="0096FF"/>
                </a:solidFill>
              </a:rPr>
              <a:t>:</a:t>
            </a:r>
          </a:p>
        </p:txBody>
      </p:sp>
      <p:sp>
        <p:nvSpPr>
          <p:cNvPr id="44" name="Features, Scenarios and Stories"/>
          <p:cNvSpPr txBox="1"/>
          <p:nvPr/>
        </p:nvSpPr>
        <p:spPr>
          <a:xfrm>
            <a:off x="346978" y="6465574"/>
            <a:ext cx="2286781"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lgn="l"/>
          </a:lstStyle>
          <a:p>
            <a:r>
              <a:rPr sz="1266"/>
              <a:t>Features, Scenarios and Stories</a:t>
            </a:r>
          </a:p>
        </p:txBody>
      </p:sp>
      <p:sp>
        <p:nvSpPr>
          <p:cNvPr id="45" name="Slide Number"/>
          <p:cNvSpPr txBox="1">
            <a:spLocks noGrp="1"/>
          </p:cNvSpPr>
          <p:nvPr>
            <p:ph type="sldNum" sz="quarter" idx="2"/>
          </p:nvPr>
        </p:nvSpPr>
        <p:spPr>
          <a:xfrm>
            <a:off x="11538970" y="6500813"/>
            <a:ext cx="266078" cy="196453"/>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1968032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E0D97F-6D1C-1D43-76C8-6CCD7A93F8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98B278E-12BE-9052-877F-B82AAEF84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E5D740C-73CE-948F-A94A-FDCE9DE719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2032D1-F722-42E4-88C1-75F7E0E0B8CF}" type="datetimeFigureOut">
              <a:rPr lang="en-CA" smtClean="0"/>
              <a:t>2025-01-16</a:t>
            </a:fld>
            <a:endParaRPr lang="en-CA"/>
          </a:p>
        </p:txBody>
      </p:sp>
      <p:sp>
        <p:nvSpPr>
          <p:cNvPr id="5" name="Footer Placeholder 4">
            <a:extLst>
              <a:ext uri="{FF2B5EF4-FFF2-40B4-BE49-F238E27FC236}">
                <a16:creationId xmlns:a16="http://schemas.microsoft.com/office/drawing/2014/main" id="{C37FA645-D936-F399-FFA0-CD6AD3B3AE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99430DF-4F37-E23F-F3CA-C6CC20F189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0F43A0-6CE9-493B-8A76-40C5E2204FF9}" type="slidenum">
              <a:rPr lang="en-CA" smtClean="0"/>
              <a:t>‹#›</a:t>
            </a:fld>
            <a:endParaRPr lang="en-CA"/>
          </a:p>
        </p:txBody>
      </p:sp>
    </p:spTree>
    <p:extLst>
      <p:ext uri="{BB962C8B-B14F-4D97-AF65-F5344CB8AC3E}">
        <p14:creationId xmlns:p14="http://schemas.microsoft.com/office/powerpoint/2010/main" val="294910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EE98C-096F-5C3C-D63F-50C086EB3097}"/>
              </a:ext>
            </a:extLst>
          </p:cNvPr>
          <p:cNvSpPr>
            <a:spLocks noGrp="1"/>
          </p:cNvSpPr>
          <p:nvPr>
            <p:ph type="ctrTitle"/>
          </p:nvPr>
        </p:nvSpPr>
        <p:spPr>
          <a:xfrm>
            <a:off x="5297762" y="640080"/>
            <a:ext cx="6251110" cy="3566160"/>
          </a:xfrm>
        </p:spPr>
        <p:txBody>
          <a:bodyPr anchor="b">
            <a:normAutofit/>
          </a:bodyPr>
          <a:lstStyle/>
          <a:p>
            <a:pPr algn="l"/>
            <a:r>
              <a:rPr lang="en-CA" sz="5400"/>
              <a:t>Features, Scenarios and Stories</a:t>
            </a:r>
          </a:p>
        </p:txBody>
      </p:sp>
      <p:sp>
        <p:nvSpPr>
          <p:cNvPr id="3" name="Subtitle 2">
            <a:extLst>
              <a:ext uri="{FF2B5EF4-FFF2-40B4-BE49-F238E27FC236}">
                <a16:creationId xmlns:a16="http://schemas.microsoft.com/office/drawing/2014/main" id="{69287501-3E8B-4D56-76C9-3F153FB262D8}"/>
              </a:ext>
            </a:extLst>
          </p:cNvPr>
          <p:cNvSpPr>
            <a:spLocks noGrp="1"/>
          </p:cNvSpPr>
          <p:nvPr>
            <p:ph type="subTitle" idx="1"/>
          </p:nvPr>
        </p:nvSpPr>
        <p:spPr>
          <a:xfrm>
            <a:off x="5297760" y="4636008"/>
            <a:ext cx="6251111" cy="1572768"/>
          </a:xfrm>
        </p:spPr>
        <p:txBody>
          <a:bodyPr>
            <a:normAutofit/>
          </a:bodyPr>
          <a:lstStyle/>
          <a:p>
            <a:pPr algn="l"/>
            <a:r>
              <a:rPr lang="en-CA"/>
              <a:t>Fatemeh Riahi</a:t>
            </a:r>
          </a:p>
          <a:p>
            <a:pPr algn="l"/>
            <a:r>
              <a:rPr lang="en-CA"/>
              <a:t>Based on Ian Sommerville</a:t>
            </a:r>
          </a:p>
        </p:txBody>
      </p:sp>
      <p:pic>
        <p:nvPicPr>
          <p:cNvPr id="13" name="Picture 12" descr="The facade of blue walls with holes">
            <a:extLst>
              <a:ext uri="{FF2B5EF4-FFF2-40B4-BE49-F238E27FC236}">
                <a16:creationId xmlns:a16="http://schemas.microsoft.com/office/drawing/2014/main" id="{F85C4262-2AF0-01F4-9E28-4841696CD879}"/>
              </a:ext>
            </a:extLst>
          </p:cNvPr>
          <p:cNvPicPr>
            <a:picLocks noChangeAspect="1"/>
          </p:cNvPicPr>
          <p:nvPr/>
        </p:nvPicPr>
        <p:blipFill>
          <a:blip r:embed="rId2"/>
          <a:srcRect l="29145" r="1992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272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72012B-7EEF-860D-9D4E-5D2960047D55}"/>
              </a:ext>
            </a:extLst>
          </p:cNvPr>
          <p:cNvSpPr>
            <a:spLocks noGrp="1"/>
          </p:cNvSpPr>
          <p:nvPr>
            <p:ph type="title"/>
          </p:nvPr>
        </p:nvSpPr>
        <p:spPr>
          <a:xfrm>
            <a:off x="1115568" y="548640"/>
            <a:ext cx="10168128" cy="1179576"/>
          </a:xfrm>
        </p:spPr>
        <p:txBody>
          <a:bodyPr>
            <a:normAutofit/>
          </a:bodyPr>
          <a:lstStyle/>
          <a:p>
            <a:r>
              <a:rPr lang="en-CA" sz="4000"/>
              <a:t>Overview</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14E3FF4-AA14-B491-02C7-A7987B873467}"/>
              </a:ext>
            </a:extLst>
          </p:cNvPr>
          <p:cNvSpPr>
            <a:spLocks noGrp="1"/>
          </p:cNvSpPr>
          <p:nvPr>
            <p:ph idx="1"/>
          </p:nvPr>
        </p:nvSpPr>
        <p:spPr>
          <a:xfrm>
            <a:off x="1115568" y="2481943"/>
            <a:ext cx="10168128" cy="3695020"/>
          </a:xfrm>
        </p:spPr>
        <p:txBody>
          <a:bodyPr>
            <a:normAutofit/>
          </a:bodyPr>
          <a:lstStyle/>
          <a:p>
            <a:r>
              <a:rPr lang="en-CA" sz="2200"/>
              <a:t>Importance of features in product design</a:t>
            </a:r>
          </a:p>
          <a:p>
            <a:r>
              <a:rPr lang="en-CA" sz="2200"/>
              <a:t>How to make list of features by making personas, scenarios.</a:t>
            </a:r>
          </a:p>
          <a:p>
            <a:r>
              <a:rPr lang="en-CA" sz="2200"/>
              <a:t>In class group exercise!</a:t>
            </a:r>
          </a:p>
        </p:txBody>
      </p:sp>
    </p:spTree>
    <p:extLst>
      <p:ext uri="{BB962C8B-B14F-4D97-AF65-F5344CB8AC3E}">
        <p14:creationId xmlns:p14="http://schemas.microsoft.com/office/powerpoint/2010/main" val="387492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40C619B-FAF2-974D-7648-2D635DD7CA0F}"/>
              </a:ext>
            </a:extLst>
          </p:cNvPr>
          <p:cNvPicPr>
            <a:picLocks noChangeAspect="1"/>
          </p:cNvPicPr>
          <p:nvPr/>
        </p:nvPicPr>
        <p:blipFill>
          <a:blip r:embed="rId3">
            <a:duotone>
              <a:schemeClr val="bg2">
                <a:shade val="45000"/>
                <a:satMod val="135000"/>
              </a:schemeClr>
              <a:prstClr val="white"/>
            </a:duotone>
          </a:blip>
          <a:srcRect t="15279" b="45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F681B7-5741-772D-EE52-003B12CBA0B6}"/>
              </a:ext>
            </a:extLst>
          </p:cNvPr>
          <p:cNvSpPr>
            <a:spLocks noGrp="1"/>
          </p:cNvSpPr>
          <p:nvPr>
            <p:ph type="title"/>
          </p:nvPr>
        </p:nvSpPr>
        <p:spPr>
          <a:xfrm>
            <a:off x="838200" y="365125"/>
            <a:ext cx="10515600" cy="1325563"/>
          </a:xfrm>
        </p:spPr>
        <p:txBody>
          <a:bodyPr>
            <a:normAutofit/>
          </a:bodyPr>
          <a:lstStyle/>
          <a:p>
            <a:r>
              <a:rPr lang="en-CA" dirty="0"/>
              <a:t>Key component in product designs</a:t>
            </a:r>
          </a:p>
        </p:txBody>
      </p:sp>
      <p:graphicFrame>
        <p:nvGraphicFramePr>
          <p:cNvPr id="5" name="Content Placeholder 2">
            <a:extLst>
              <a:ext uri="{FF2B5EF4-FFF2-40B4-BE49-F238E27FC236}">
                <a16:creationId xmlns:a16="http://schemas.microsoft.com/office/drawing/2014/main" id="{6C511286-353B-B46F-D20C-C81858061ED5}"/>
              </a:ext>
            </a:extLst>
          </p:cNvPr>
          <p:cNvGraphicFramePr>
            <a:graphicFrameLocks noGrp="1"/>
          </p:cNvGraphicFramePr>
          <p:nvPr>
            <p:ph idx="1"/>
            <p:extLst>
              <p:ext uri="{D42A27DB-BD31-4B8C-83A1-F6EECF244321}">
                <p14:modId xmlns:p14="http://schemas.microsoft.com/office/powerpoint/2010/main" val="35146567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71287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E6C056-34FF-8CCE-EFC6-6ED661B51264}"/>
              </a:ext>
            </a:extLst>
          </p:cNvPr>
          <p:cNvSpPr>
            <a:spLocks noGrp="1"/>
          </p:cNvSpPr>
          <p:nvPr>
            <p:ph type="title"/>
          </p:nvPr>
        </p:nvSpPr>
        <p:spPr>
          <a:xfrm>
            <a:off x="1115568" y="548640"/>
            <a:ext cx="10168128" cy="1179576"/>
          </a:xfrm>
        </p:spPr>
        <p:txBody>
          <a:bodyPr>
            <a:normAutofit/>
          </a:bodyPr>
          <a:lstStyle/>
          <a:p>
            <a:r>
              <a:rPr lang="en-CA" sz="4000"/>
              <a:t>Software Features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E791E84-3445-B1A6-E2D0-885C01490E0D}"/>
              </a:ext>
            </a:extLst>
          </p:cNvPr>
          <p:cNvSpPr>
            <a:spLocks noGrp="1"/>
          </p:cNvSpPr>
          <p:nvPr>
            <p:ph idx="1"/>
          </p:nvPr>
        </p:nvSpPr>
        <p:spPr>
          <a:xfrm>
            <a:off x="1115568" y="2481943"/>
            <a:ext cx="10168128" cy="3695020"/>
          </a:xfrm>
        </p:spPr>
        <p:txBody>
          <a:bodyPr>
            <a:normAutofit/>
          </a:bodyPr>
          <a:lstStyle/>
          <a:p>
            <a:r>
              <a:rPr lang="en-CA" sz="2200"/>
              <a:t>Fragments of functionality:</a:t>
            </a:r>
          </a:p>
          <a:p>
            <a:pPr lvl="1"/>
            <a:r>
              <a:rPr lang="en-CA" sz="2200"/>
              <a:t>Print, change background, sing out</a:t>
            </a:r>
          </a:p>
          <a:p>
            <a:r>
              <a:rPr lang="en-CA" sz="2200"/>
              <a:t>Before anything, we need to create a list of features</a:t>
            </a:r>
          </a:p>
          <a:p>
            <a:r>
              <a:rPr lang="en-CA" sz="2200"/>
              <a:t>Feature list should be starting point of product design.</a:t>
            </a:r>
          </a:p>
        </p:txBody>
      </p:sp>
    </p:spTree>
    <p:extLst>
      <p:ext uri="{BB962C8B-B14F-4D97-AF65-F5344CB8AC3E}">
        <p14:creationId xmlns:p14="http://schemas.microsoft.com/office/powerpoint/2010/main" val="2215679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088951-01DD-69D0-6161-3C709D6A3D26}"/>
              </a:ext>
            </a:extLst>
          </p:cNvPr>
          <p:cNvSpPr>
            <a:spLocks noGrp="1"/>
          </p:cNvSpPr>
          <p:nvPr>
            <p:ph type="title"/>
          </p:nvPr>
        </p:nvSpPr>
        <p:spPr>
          <a:xfrm>
            <a:off x="1115568" y="548640"/>
            <a:ext cx="10168128" cy="1179576"/>
          </a:xfrm>
        </p:spPr>
        <p:txBody>
          <a:bodyPr>
            <a:normAutofit/>
          </a:bodyPr>
          <a:lstStyle/>
          <a:p>
            <a:r>
              <a:rPr lang="en-CA" sz="4000"/>
              <a:t>How to build feature list?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719E099-10B6-D804-2A75-10071EF68C06}"/>
              </a:ext>
            </a:extLst>
          </p:cNvPr>
          <p:cNvSpPr>
            <a:spLocks noGrp="1"/>
          </p:cNvSpPr>
          <p:nvPr>
            <p:ph idx="1"/>
          </p:nvPr>
        </p:nvSpPr>
        <p:spPr>
          <a:xfrm>
            <a:off x="1115568" y="2481943"/>
            <a:ext cx="10168128" cy="3695020"/>
          </a:xfrm>
        </p:spPr>
        <p:txBody>
          <a:bodyPr>
            <a:normAutofit/>
          </a:bodyPr>
          <a:lstStyle/>
          <a:p>
            <a:r>
              <a:rPr lang="en-CA" dirty="0"/>
              <a:t>User and customer understanding</a:t>
            </a:r>
          </a:p>
          <a:p>
            <a:pPr lvl="1"/>
            <a:r>
              <a:rPr lang="en-CA" dirty="0"/>
              <a:t>User interviews, surveys, task analysis</a:t>
            </a:r>
          </a:p>
          <a:p>
            <a:pPr lvl="1"/>
            <a:r>
              <a:rPr lang="en-CA" dirty="0"/>
              <a:t>Early and cheap release of our MVP</a:t>
            </a:r>
          </a:p>
          <a:p>
            <a:pPr lvl="2"/>
            <a:r>
              <a:rPr lang="en-CA" dirty="0"/>
              <a:t>Informal user analysis and discussion</a:t>
            </a:r>
          </a:p>
          <a:p>
            <a:endParaRPr lang="en-CA" sz="2200" dirty="0"/>
          </a:p>
        </p:txBody>
      </p:sp>
    </p:spTree>
    <p:extLst>
      <p:ext uri="{BB962C8B-B14F-4D97-AF65-F5344CB8AC3E}">
        <p14:creationId xmlns:p14="http://schemas.microsoft.com/office/powerpoint/2010/main" val="294000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D63274-4F3F-40B5-017E-DEF5FF847019}"/>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Feature Description </a:t>
            </a:r>
          </a:p>
        </p:txBody>
      </p:sp>
      <p:sp>
        <p:nvSpPr>
          <p:cNvPr id="13" name="Rectangle: Rounded Corners 1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2DF6B72D-7DA5-6A9B-37AF-CFAADBD0C1AB}"/>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9037" t="10054" r="5040" b="52352"/>
          <a:stretch/>
        </p:blipFill>
        <p:spPr>
          <a:xfrm>
            <a:off x="2818431" y="2139484"/>
            <a:ext cx="6555138" cy="4096512"/>
          </a:xfrm>
          <a:prstGeom prst="rect">
            <a:avLst/>
          </a:prstGeom>
        </p:spPr>
      </p:pic>
    </p:spTree>
    <p:extLst>
      <p:ext uri="{BB962C8B-B14F-4D97-AF65-F5344CB8AC3E}">
        <p14:creationId xmlns:p14="http://schemas.microsoft.com/office/powerpoint/2010/main" val="34781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B715D9C-2D73-4519-98E5-5E6DD1921286}"/>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Feature Description Example</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58D4A6FC-44A3-D8DA-A001-4839302D9B28}"/>
              </a:ext>
            </a:extLst>
          </p:cNvPr>
          <p:cNvPicPr>
            <a:picLocks noChangeAspect="1"/>
          </p:cNvPicPr>
          <p:nvPr/>
        </p:nvPicPr>
        <p:blipFill rotWithShape="1">
          <a:blip r:embed="rId2">
            <a:extLst>
              <a:ext uri="{28A0092B-C50C-407E-A947-70E740481C1C}">
                <a14:useLocalDpi xmlns:a14="http://schemas.microsoft.com/office/drawing/2010/main" val="0"/>
              </a:ext>
            </a:extLst>
          </a:blip>
          <a:srcRect l="8442" t="8659" b="50582"/>
          <a:stretch/>
        </p:blipFill>
        <p:spPr>
          <a:xfrm>
            <a:off x="2874680" y="2139484"/>
            <a:ext cx="6442640" cy="4096512"/>
          </a:xfrm>
          <a:prstGeom prst="rect">
            <a:avLst/>
          </a:prstGeom>
        </p:spPr>
      </p:pic>
    </p:spTree>
    <p:extLst>
      <p:ext uri="{BB962C8B-B14F-4D97-AF65-F5344CB8AC3E}">
        <p14:creationId xmlns:p14="http://schemas.microsoft.com/office/powerpoint/2010/main" val="316316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7CBFE9-1DDE-CFC9-4CD5-1C4534C42D6A}"/>
              </a:ext>
            </a:extLst>
          </p:cNvPr>
          <p:cNvSpPr>
            <a:spLocks noGrp="1"/>
          </p:cNvSpPr>
          <p:nvPr>
            <p:ph type="title"/>
          </p:nvPr>
        </p:nvSpPr>
        <p:spPr>
          <a:xfrm>
            <a:off x="1115568" y="548640"/>
            <a:ext cx="10168128" cy="1179576"/>
          </a:xfrm>
        </p:spPr>
        <p:txBody>
          <a:bodyPr>
            <a:normAutofit/>
          </a:bodyPr>
          <a:lstStyle/>
          <a:p>
            <a:r>
              <a:rPr lang="en-CA" sz="4000"/>
              <a:t>One way of representing users: Personas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FB85D36-2C90-F162-CB41-723ACE15D0C6}"/>
              </a:ext>
            </a:extLst>
          </p:cNvPr>
          <p:cNvSpPr>
            <a:spLocks noGrp="1"/>
          </p:cNvSpPr>
          <p:nvPr>
            <p:ph idx="1"/>
          </p:nvPr>
        </p:nvSpPr>
        <p:spPr>
          <a:xfrm>
            <a:off x="1115568" y="2481943"/>
            <a:ext cx="10168128" cy="3695020"/>
          </a:xfrm>
        </p:spPr>
        <p:txBody>
          <a:bodyPr>
            <a:normAutofit/>
          </a:bodyPr>
          <a:lstStyle/>
          <a:p>
            <a:r>
              <a:rPr lang="en-CA" sz="2200"/>
              <a:t>One way of understanding potential users</a:t>
            </a:r>
          </a:p>
          <a:p>
            <a:r>
              <a:rPr lang="en-CA" sz="2200"/>
              <a:t>Imagined user </a:t>
            </a:r>
          </a:p>
          <a:p>
            <a:r>
              <a:rPr lang="en-CA" sz="2200"/>
              <a:t>For example, all personas for a dentist appointment management system are: Dentists, receptionist and patients</a:t>
            </a:r>
          </a:p>
        </p:txBody>
      </p:sp>
    </p:spTree>
    <p:extLst>
      <p:ext uri="{BB962C8B-B14F-4D97-AF65-F5344CB8AC3E}">
        <p14:creationId xmlns:p14="http://schemas.microsoft.com/office/powerpoint/2010/main" val="3495481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CDF0CD-D937-B128-A067-12732518FD0C}"/>
              </a:ext>
            </a:extLst>
          </p:cNvPr>
          <p:cNvSpPr>
            <a:spLocks noGrp="1"/>
          </p:cNvSpPr>
          <p:nvPr>
            <p:ph type="title"/>
          </p:nvPr>
        </p:nvSpPr>
        <p:spPr>
          <a:xfrm>
            <a:off x="1115568" y="548640"/>
            <a:ext cx="10168128" cy="1179576"/>
          </a:xfrm>
        </p:spPr>
        <p:txBody>
          <a:bodyPr>
            <a:normAutofit/>
          </a:bodyPr>
          <a:lstStyle/>
          <a:p>
            <a:r>
              <a:rPr lang="en-CA" sz="4000"/>
              <a:t>Persona descriptions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9427DA0-DC71-107F-48D1-CC8E75AB05CE}"/>
              </a:ext>
            </a:extLst>
          </p:cNvPr>
          <p:cNvSpPr>
            <a:spLocks noGrp="1"/>
          </p:cNvSpPr>
          <p:nvPr>
            <p:ph idx="1"/>
          </p:nvPr>
        </p:nvSpPr>
        <p:spPr>
          <a:xfrm>
            <a:off x="1115568" y="2481943"/>
            <a:ext cx="10168128" cy="3695020"/>
          </a:xfrm>
        </p:spPr>
        <p:txBody>
          <a:bodyPr>
            <a:normAutofit/>
          </a:bodyPr>
          <a:lstStyle/>
          <a:p>
            <a:r>
              <a:rPr lang="en-CA" sz="2200"/>
              <a:t>Paint a picture; short and easy to read</a:t>
            </a:r>
          </a:p>
          <a:p>
            <a:r>
              <a:rPr lang="en-CA" sz="2200"/>
              <a:t>Describe user background and product usage</a:t>
            </a:r>
          </a:p>
          <a:p>
            <a:r>
              <a:rPr lang="en-CA" sz="2200"/>
              <a:t>Educational background and technical skills</a:t>
            </a:r>
          </a:p>
          <a:p>
            <a:endParaRPr lang="en-CA" sz="2200"/>
          </a:p>
        </p:txBody>
      </p:sp>
    </p:spTree>
    <p:extLst>
      <p:ext uri="{BB962C8B-B14F-4D97-AF65-F5344CB8AC3E}">
        <p14:creationId xmlns:p14="http://schemas.microsoft.com/office/powerpoint/2010/main" val="133875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809CE3-A4AA-482C-C3D5-0EE362EA58A9}"/>
              </a:ext>
            </a:extLst>
          </p:cNvPr>
          <p:cNvSpPr>
            <a:spLocks noGrp="1"/>
          </p:cNvSpPr>
          <p:nvPr>
            <p:ph type="title"/>
          </p:nvPr>
        </p:nvSpPr>
        <p:spPr>
          <a:xfrm>
            <a:off x="1115568" y="548640"/>
            <a:ext cx="10168128" cy="1179576"/>
          </a:xfrm>
        </p:spPr>
        <p:txBody>
          <a:bodyPr>
            <a:normAutofit/>
          </a:bodyPr>
          <a:lstStyle/>
          <a:p>
            <a:r>
              <a:rPr lang="en-CA" sz="4000"/>
              <a:t>Driving persona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AFE9186-6BDB-F0FC-04A6-CCF747FB3CA3}"/>
              </a:ext>
            </a:extLst>
          </p:cNvPr>
          <p:cNvSpPr>
            <a:spLocks noGrp="1"/>
          </p:cNvSpPr>
          <p:nvPr>
            <p:ph idx="1"/>
          </p:nvPr>
        </p:nvSpPr>
        <p:spPr>
          <a:xfrm>
            <a:off x="1115568" y="2481943"/>
            <a:ext cx="10168128" cy="3695020"/>
          </a:xfrm>
        </p:spPr>
        <p:txBody>
          <a:bodyPr>
            <a:normAutofit/>
          </a:bodyPr>
          <a:lstStyle/>
          <a:p>
            <a:r>
              <a:rPr lang="en-CA" sz="2200"/>
              <a:t>Based on an understanding of potential product users, their jobs, background, etc.</a:t>
            </a:r>
          </a:p>
          <a:p>
            <a:r>
              <a:rPr lang="en-CA" sz="2200"/>
              <a:t>Survey the potential users</a:t>
            </a:r>
          </a:p>
          <a:p>
            <a:r>
              <a:rPr lang="en-CA" sz="2200"/>
              <a:t>Abstract the essential information about the different types of product users</a:t>
            </a:r>
          </a:p>
          <a:p>
            <a:r>
              <a:rPr lang="en-CA" sz="2200"/>
              <a:t>Sometimes there is limited user information, and we must come up with </a:t>
            </a:r>
            <a:r>
              <a:rPr lang="en-CA" sz="2200" b="1"/>
              <a:t>proto personas</a:t>
            </a:r>
          </a:p>
        </p:txBody>
      </p:sp>
    </p:spTree>
    <p:extLst>
      <p:ext uri="{BB962C8B-B14F-4D97-AF65-F5344CB8AC3E}">
        <p14:creationId xmlns:p14="http://schemas.microsoft.com/office/powerpoint/2010/main" val="2672049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863A10-80F4-BDB3-44C9-4B0C13DC7960}"/>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Persona Descriptions </a:t>
            </a:r>
          </a:p>
        </p:txBody>
      </p:sp>
      <p:sp>
        <p:nvSpPr>
          <p:cNvPr id="13" name="Rectangle: Rounded Corners 1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A12895B0-6BFE-D0A9-29E6-41B055A77A31}"/>
              </a:ext>
            </a:extLst>
          </p:cNvPr>
          <p:cNvPicPr>
            <a:picLocks noChangeAspect="1"/>
          </p:cNvPicPr>
          <p:nvPr/>
        </p:nvPicPr>
        <p:blipFill rotWithShape="1">
          <a:blip r:embed="rId3">
            <a:extLst>
              <a:ext uri="{28A0092B-C50C-407E-A947-70E740481C1C}">
                <a14:useLocalDpi xmlns:a14="http://schemas.microsoft.com/office/drawing/2010/main" val="0"/>
              </a:ext>
            </a:extLst>
          </a:blip>
          <a:srcRect l="12288" t="8515" r="18058" b="54045"/>
          <a:stretch/>
        </p:blipFill>
        <p:spPr>
          <a:xfrm>
            <a:off x="3428089" y="2139484"/>
            <a:ext cx="5335822" cy="4096512"/>
          </a:xfrm>
          <a:prstGeom prst="rect">
            <a:avLst/>
          </a:prstGeom>
        </p:spPr>
      </p:pic>
    </p:spTree>
    <p:extLst>
      <p:ext uri="{BB962C8B-B14F-4D97-AF65-F5344CB8AC3E}">
        <p14:creationId xmlns:p14="http://schemas.microsoft.com/office/powerpoint/2010/main" val="73730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77F9D8-307D-A51B-05AB-5770D07A32EB}"/>
              </a:ext>
            </a:extLst>
          </p:cNvPr>
          <p:cNvSpPr>
            <a:spLocks noGrp="1"/>
          </p:cNvSpPr>
          <p:nvPr>
            <p:ph type="title"/>
          </p:nvPr>
        </p:nvSpPr>
        <p:spPr>
          <a:xfrm>
            <a:off x="1115568" y="548640"/>
            <a:ext cx="10168128" cy="1179576"/>
          </a:xfrm>
        </p:spPr>
        <p:txBody>
          <a:bodyPr>
            <a:normAutofit/>
          </a:bodyPr>
          <a:lstStyle/>
          <a:p>
            <a:r>
              <a:rPr lang="en-CA" sz="4000"/>
              <a:t>Personal Example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2FAE0A8-693E-F1D2-BA17-93E49E70D810}"/>
              </a:ext>
            </a:extLst>
          </p:cNvPr>
          <p:cNvSpPr>
            <a:spLocks noGrp="1"/>
          </p:cNvSpPr>
          <p:nvPr>
            <p:ph idx="1"/>
          </p:nvPr>
        </p:nvSpPr>
        <p:spPr>
          <a:xfrm>
            <a:off x="1115568" y="2481943"/>
            <a:ext cx="10168128" cy="3695020"/>
          </a:xfrm>
        </p:spPr>
        <p:txBody>
          <a:bodyPr>
            <a:normAutofit/>
          </a:bodyPr>
          <a:lstStyle/>
          <a:p>
            <a:pPr>
              <a:defRPr sz="2400"/>
            </a:pPr>
            <a:r>
              <a:rPr lang="en-CA" sz="1900" b="1" i="1"/>
              <a:t>Elena, a school IT technician</a:t>
            </a:r>
            <a:br>
              <a:rPr lang="en-CA" sz="1900"/>
            </a:br>
            <a:r>
              <a:rPr lang="en-CA" sz="1900"/>
              <a:t>Elena, age 28, is a senior IT technician in a large secondary school (high school) in Glasgow with over 2000 students. She has a diploma in electronics from Potsdam University. She hopes to develop her career in Scotland. She was originally appointed as a junior technician but was promoted, in 2014,  to a senior post responsible for all the school computers. </a:t>
            </a:r>
          </a:p>
          <a:p>
            <a:pPr>
              <a:defRPr sz="2400"/>
            </a:pPr>
            <a:endParaRPr lang="en-CA" sz="1900"/>
          </a:p>
          <a:p>
            <a:pPr>
              <a:defRPr sz="2400"/>
            </a:pPr>
            <a:r>
              <a:rPr lang="en-CA" sz="1900"/>
              <a:t>Although not involved directly in teaching, Elena is often called on to help in computer science classes. She is a competent Python programmer and is a ‘power user’ of digital technologies. She has a long-term career goal of becoming a technical expert in digital learning technologies and being involved in their development. She wants to become an expert in the iLearn system and sees it as an experimental platform for supporting new uses for digital learning.</a:t>
            </a:r>
          </a:p>
        </p:txBody>
      </p:sp>
    </p:spTree>
    <p:extLst>
      <p:ext uri="{BB962C8B-B14F-4D97-AF65-F5344CB8AC3E}">
        <p14:creationId xmlns:p14="http://schemas.microsoft.com/office/powerpoint/2010/main" val="820700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17FEA8-6A48-2A3A-FE86-4783BBEA9174}"/>
              </a:ext>
            </a:extLst>
          </p:cNvPr>
          <p:cNvSpPr>
            <a:spLocks noGrp="1"/>
          </p:cNvSpPr>
          <p:nvPr>
            <p:ph type="title"/>
          </p:nvPr>
        </p:nvSpPr>
        <p:spPr>
          <a:xfrm>
            <a:off x="1115568" y="548640"/>
            <a:ext cx="10168128" cy="1179576"/>
          </a:xfrm>
        </p:spPr>
        <p:txBody>
          <a:bodyPr>
            <a:normAutofit/>
          </a:bodyPr>
          <a:lstStyle/>
          <a:p>
            <a:r>
              <a:rPr lang="en-CA" sz="4000"/>
              <a:t>Benefits of Persona</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24F4A75-189F-F502-E11F-D11031D89A1B}"/>
              </a:ext>
            </a:extLst>
          </p:cNvPr>
          <p:cNvSpPr>
            <a:spLocks noGrp="1"/>
          </p:cNvSpPr>
          <p:nvPr>
            <p:ph idx="1"/>
          </p:nvPr>
        </p:nvSpPr>
        <p:spPr>
          <a:xfrm>
            <a:off x="1115568" y="2481943"/>
            <a:ext cx="10168128" cy="3695020"/>
          </a:xfrm>
        </p:spPr>
        <p:txBody>
          <a:bodyPr>
            <a:normAutofit/>
          </a:bodyPr>
          <a:lstStyle/>
          <a:p>
            <a:r>
              <a:rPr lang="en-CA" sz="2200"/>
              <a:t>Help developers</a:t>
            </a:r>
          </a:p>
          <a:p>
            <a:pPr lvl="1"/>
            <a:r>
              <a:rPr lang="en-CA" sz="2200"/>
              <a:t> Empathize with potential users</a:t>
            </a:r>
          </a:p>
          <a:p>
            <a:pPr lvl="1"/>
            <a:r>
              <a:rPr lang="en-CA" sz="2200"/>
              <a:t>Step into users’ shoes</a:t>
            </a:r>
          </a:p>
          <a:p>
            <a:r>
              <a:rPr lang="en-CA" sz="2200"/>
              <a:t>Make sure that developers aren’t working on useless features</a:t>
            </a:r>
          </a:p>
          <a:p>
            <a:r>
              <a:rPr lang="en-CA" sz="2200"/>
              <a:t>Avoid unwarranted assumptions </a:t>
            </a:r>
          </a:p>
        </p:txBody>
      </p:sp>
    </p:spTree>
    <p:extLst>
      <p:ext uri="{BB962C8B-B14F-4D97-AF65-F5344CB8AC3E}">
        <p14:creationId xmlns:p14="http://schemas.microsoft.com/office/powerpoint/2010/main" val="255340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267D91-A639-B3B3-92FD-593DBFA8F41B}"/>
              </a:ext>
            </a:extLst>
          </p:cNvPr>
          <p:cNvSpPr>
            <a:spLocks noGrp="1"/>
          </p:cNvSpPr>
          <p:nvPr>
            <p:ph type="title"/>
          </p:nvPr>
        </p:nvSpPr>
        <p:spPr>
          <a:xfrm>
            <a:off x="1115568" y="548640"/>
            <a:ext cx="10168128" cy="1179576"/>
          </a:xfrm>
        </p:spPr>
        <p:txBody>
          <a:bodyPr>
            <a:normAutofit/>
          </a:bodyPr>
          <a:lstStyle/>
          <a:p>
            <a:r>
              <a:rPr lang="en-CA" sz="4000"/>
              <a:t>Scenarios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8FE7F88-7D13-9961-698F-5FB8E00D327C}"/>
              </a:ext>
            </a:extLst>
          </p:cNvPr>
          <p:cNvSpPr>
            <a:spLocks noGrp="1"/>
          </p:cNvSpPr>
          <p:nvPr>
            <p:ph idx="1"/>
          </p:nvPr>
        </p:nvSpPr>
        <p:spPr>
          <a:xfrm>
            <a:off x="1115568" y="2481943"/>
            <a:ext cx="10168128" cy="3695020"/>
          </a:xfrm>
        </p:spPr>
        <p:txBody>
          <a:bodyPr>
            <a:normAutofit/>
          </a:bodyPr>
          <a:lstStyle/>
          <a:p>
            <a:r>
              <a:rPr lang="en-CA" sz="2200"/>
              <a:t>A scenario is a narrative that describes how a user, or a group of users, might use your system. </a:t>
            </a:r>
          </a:p>
          <a:p>
            <a:r>
              <a:rPr lang="en-CA" sz="2200"/>
              <a:t>There is no need to include everything in a scenario – the scenario isn’t a system specification. </a:t>
            </a:r>
          </a:p>
          <a:p>
            <a:r>
              <a:rPr lang="en-CA" sz="2200"/>
              <a:t>It is simply a description of a situation where a user is using your product’s features to do something that they want to do.</a:t>
            </a:r>
          </a:p>
          <a:p>
            <a:r>
              <a:rPr lang="en-CA" sz="2200"/>
              <a:t>Scenario descriptions may vary in length from two to three paragraphs up to a page of text.</a:t>
            </a:r>
          </a:p>
          <a:p>
            <a:pPr marL="0" indent="0">
              <a:buNone/>
            </a:pPr>
            <a:endParaRPr lang="en-CA" sz="2200"/>
          </a:p>
        </p:txBody>
      </p:sp>
    </p:spTree>
    <p:extLst>
      <p:ext uri="{BB962C8B-B14F-4D97-AF65-F5344CB8AC3E}">
        <p14:creationId xmlns:p14="http://schemas.microsoft.com/office/powerpoint/2010/main" val="4152301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419D44-C6B5-8117-520E-42532E1723BE}"/>
              </a:ext>
            </a:extLst>
          </p:cNvPr>
          <p:cNvSpPr>
            <a:spLocks noGrp="1"/>
          </p:cNvSpPr>
          <p:nvPr>
            <p:ph type="title"/>
          </p:nvPr>
        </p:nvSpPr>
        <p:spPr>
          <a:xfrm>
            <a:off x="1115568" y="548640"/>
            <a:ext cx="10168128" cy="1179576"/>
          </a:xfrm>
        </p:spPr>
        <p:txBody>
          <a:bodyPr>
            <a:normAutofit/>
          </a:bodyPr>
          <a:lstStyle/>
          <a:p>
            <a:r>
              <a:rPr lang="en-CA" sz="3700"/>
              <a:t>Using ilearn: Learning management system for class project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E55B155-20A8-E8A0-5FA3-679799AEE720}"/>
              </a:ext>
            </a:extLst>
          </p:cNvPr>
          <p:cNvSpPr>
            <a:spLocks noGrp="1"/>
          </p:cNvSpPr>
          <p:nvPr>
            <p:ph idx="1"/>
          </p:nvPr>
        </p:nvSpPr>
        <p:spPr>
          <a:xfrm>
            <a:off x="1115568" y="2481943"/>
            <a:ext cx="10168128" cy="3695020"/>
          </a:xfrm>
        </p:spPr>
        <p:txBody>
          <a:bodyPr>
            <a:normAutofit/>
          </a:bodyPr>
          <a:lstStyle/>
          <a:p>
            <a:pPr>
              <a:defRPr sz="2000"/>
            </a:pPr>
            <a:r>
              <a:rPr lang="en-CA" sz="1400" b="1" i="1"/>
              <a:t>Fishing in Ullapool</a:t>
            </a:r>
            <a:br>
              <a:rPr lang="en-CA" sz="1400" b="1" i="1"/>
            </a:br>
            <a:r>
              <a:rPr lang="en-CA" sz="1400"/>
              <a:t>Jack is a primary school teacher in Ullapool. He has decided that a class project should be focused around the fishing industry in the area</a:t>
            </a:r>
          </a:p>
          <a:p>
            <a:pPr>
              <a:defRPr sz="2000"/>
            </a:pPr>
            <a:r>
              <a:rPr lang="en-CA" sz="1400"/>
              <a:t>As part of this, students are asked to collect old photographs related to fishing and fishing communities in the area. They use an iLearn wiki to gather together fishing stories and SCRAN (a history archive site) to access newspaper archives and photographs. However, Jack also needs a photo-sharing site as he wants students to take and comment on each others’ photos and to upload scans of old photographs that they may have in their families. He needs to be able to moderate posts with photos before they are shared, because pre-teen children can’t understand copyright and privacy issues.</a:t>
            </a:r>
          </a:p>
          <a:p>
            <a:pPr>
              <a:defRPr sz="2000"/>
            </a:pPr>
            <a:endParaRPr lang="en-CA" sz="1400"/>
          </a:p>
          <a:p>
            <a:pPr>
              <a:defRPr sz="2000"/>
            </a:pPr>
            <a:r>
              <a:rPr lang="en-CA" sz="1400"/>
              <a:t>Jack sends an email to a primary school teachers’ group to see if anyone can recommend an appropriate system. Two teachers reply and both suggest that he uses KidsTakePics, a photo-sharing site that allows teachers to check and moderate content. As KidsTakePics is not integrated with the iLearn authentication service, he sets up a teacher and a class account with KidsTakePics.</a:t>
            </a:r>
          </a:p>
          <a:p>
            <a:pPr>
              <a:defRPr sz="2000"/>
            </a:pPr>
            <a:r>
              <a:rPr lang="en-CA" sz="1400"/>
              <a:t>He uses the  the iLearn setup service to add KidsTakePics to the services seen by the students in his class so that, when they log in, they can immediately use the system to upload photos from their phones and class computers.</a:t>
            </a:r>
          </a:p>
          <a:p>
            <a:endParaRPr lang="en-CA" sz="1400"/>
          </a:p>
        </p:txBody>
      </p:sp>
    </p:spTree>
    <p:extLst>
      <p:ext uri="{BB962C8B-B14F-4D97-AF65-F5344CB8AC3E}">
        <p14:creationId xmlns:p14="http://schemas.microsoft.com/office/powerpoint/2010/main" val="2879962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537B99-6035-5B06-3D0A-BD2E54CACDDD}"/>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Elements of Scenario description</a:t>
            </a:r>
          </a:p>
        </p:txBody>
      </p:sp>
      <p:sp>
        <p:nvSpPr>
          <p:cNvPr id="13" name="Rectangle: Rounded Corners 1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93EBC83B-9D43-120C-27E5-FB3F37FBE0AC}"/>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6980" t="25574" b="46531"/>
          <a:stretch/>
        </p:blipFill>
        <p:spPr>
          <a:xfrm>
            <a:off x="1313984" y="2139484"/>
            <a:ext cx="9564032" cy="4096512"/>
          </a:xfrm>
          <a:prstGeom prst="rect">
            <a:avLst/>
          </a:prstGeom>
        </p:spPr>
      </p:pic>
    </p:spTree>
    <p:extLst>
      <p:ext uri="{BB962C8B-B14F-4D97-AF65-F5344CB8AC3E}">
        <p14:creationId xmlns:p14="http://schemas.microsoft.com/office/powerpoint/2010/main" val="2242357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9E6F63D-1CF1-B33A-9017-6F13A30F2FAA}"/>
              </a:ext>
            </a:extLst>
          </p:cNvPr>
          <p:cNvSpPr>
            <a:spLocks noGrp="1"/>
          </p:cNvSpPr>
          <p:nvPr>
            <p:ph type="title"/>
          </p:nvPr>
        </p:nvSpPr>
        <p:spPr>
          <a:xfrm>
            <a:off x="1115568" y="548640"/>
            <a:ext cx="10168128" cy="1179576"/>
          </a:xfrm>
        </p:spPr>
        <p:txBody>
          <a:bodyPr>
            <a:normAutofit/>
          </a:bodyPr>
          <a:lstStyle/>
          <a:p>
            <a:r>
              <a:rPr lang="en-CA" sz="4000"/>
              <a:t>Writing Scenarios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22B695B-4ECB-AA8C-8E01-8FE1ECD32783}"/>
              </a:ext>
            </a:extLst>
          </p:cNvPr>
          <p:cNvSpPr>
            <a:spLocks noGrp="1"/>
          </p:cNvSpPr>
          <p:nvPr>
            <p:ph idx="1"/>
          </p:nvPr>
        </p:nvSpPr>
        <p:spPr>
          <a:xfrm>
            <a:off x="1115568" y="2481943"/>
            <a:ext cx="10168128" cy="3695020"/>
          </a:xfrm>
        </p:spPr>
        <p:txBody>
          <a:bodyPr>
            <a:normAutofit/>
          </a:bodyPr>
          <a:lstStyle/>
          <a:p>
            <a:r>
              <a:rPr lang="en-CA" sz="2200"/>
              <a:t>User centric</a:t>
            </a:r>
          </a:p>
          <a:p>
            <a:r>
              <a:rPr lang="en-CA" sz="2200"/>
              <a:t>Avoid Technical Details</a:t>
            </a:r>
          </a:p>
          <a:p>
            <a:r>
              <a:rPr lang="en-CA" sz="2200"/>
              <a:t>Comprehensive coverage</a:t>
            </a:r>
          </a:p>
          <a:p>
            <a:endParaRPr lang="en-CA" sz="2200"/>
          </a:p>
        </p:txBody>
      </p:sp>
    </p:spTree>
    <p:extLst>
      <p:ext uri="{BB962C8B-B14F-4D97-AF65-F5344CB8AC3E}">
        <p14:creationId xmlns:p14="http://schemas.microsoft.com/office/powerpoint/2010/main" val="2652109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A031F0-3AA2-E17C-2826-3E8C310D7ECC}"/>
              </a:ext>
            </a:extLst>
          </p:cNvPr>
          <p:cNvSpPr>
            <a:spLocks noGrp="1"/>
          </p:cNvSpPr>
          <p:nvPr>
            <p:ph type="title"/>
          </p:nvPr>
        </p:nvSpPr>
        <p:spPr>
          <a:xfrm>
            <a:off x="1115568" y="548640"/>
            <a:ext cx="10168128" cy="1179576"/>
          </a:xfrm>
        </p:spPr>
        <p:txBody>
          <a:bodyPr>
            <a:normAutofit/>
          </a:bodyPr>
          <a:lstStyle/>
          <a:p>
            <a:r>
              <a:rPr lang="en-CA" sz="4000"/>
              <a:t>User involvement strategies and challenges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1901200-D207-03BA-D2CE-55017CCFEE7F}"/>
              </a:ext>
            </a:extLst>
          </p:cNvPr>
          <p:cNvSpPr>
            <a:spLocks noGrp="1"/>
          </p:cNvSpPr>
          <p:nvPr>
            <p:ph idx="1"/>
          </p:nvPr>
        </p:nvSpPr>
        <p:spPr>
          <a:xfrm>
            <a:off x="1115568" y="2481943"/>
            <a:ext cx="10168128" cy="3695020"/>
          </a:xfrm>
        </p:spPr>
        <p:txBody>
          <a:bodyPr>
            <a:normAutofit/>
          </a:bodyPr>
          <a:lstStyle/>
          <a:p>
            <a:r>
              <a:rPr lang="en-CA" dirty="0"/>
              <a:t>Strategies</a:t>
            </a:r>
          </a:p>
          <a:p>
            <a:pPr lvl="1"/>
            <a:r>
              <a:rPr lang="en-CA" dirty="0"/>
              <a:t>Initial Scenario Creation</a:t>
            </a:r>
          </a:p>
          <a:p>
            <a:pPr lvl="1"/>
            <a:r>
              <a:rPr lang="en-CA" dirty="0"/>
              <a:t>User Feedback and Iteration</a:t>
            </a:r>
          </a:p>
          <a:p>
            <a:pPr lvl="1"/>
            <a:r>
              <a:rPr lang="en-CA" dirty="0"/>
              <a:t>Refinement and Expansion</a:t>
            </a:r>
          </a:p>
          <a:p>
            <a:r>
              <a:rPr lang="en-CA" dirty="0"/>
              <a:t>Challenges:</a:t>
            </a:r>
          </a:p>
          <a:p>
            <a:pPr lvl="1"/>
            <a:r>
              <a:rPr lang="en-CA" dirty="0"/>
              <a:t>User generated content: too detailed. No abstraction.</a:t>
            </a:r>
          </a:p>
          <a:p>
            <a:pPr lvl="2"/>
            <a:r>
              <a:rPr lang="en-CA" dirty="0"/>
              <a:t>How to mitigate this?</a:t>
            </a:r>
          </a:p>
          <a:p>
            <a:pPr lvl="3"/>
            <a:r>
              <a:rPr lang="en-CA" dirty="0"/>
              <a:t>Guidance and facilitation </a:t>
            </a:r>
          </a:p>
          <a:p>
            <a:endParaRPr lang="en-CA" dirty="0"/>
          </a:p>
          <a:p>
            <a:endParaRPr lang="en-CA" sz="2200" dirty="0"/>
          </a:p>
        </p:txBody>
      </p:sp>
    </p:spTree>
    <p:extLst>
      <p:ext uri="{BB962C8B-B14F-4D97-AF65-F5344CB8AC3E}">
        <p14:creationId xmlns:p14="http://schemas.microsoft.com/office/powerpoint/2010/main" val="3668464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F0A337-E8EC-AA5E-A63D-D71DDF0AFB28}"/>
              </a:ext>
            </a:extLst>
          </p:cNvPr>
          <p:cNvSpPr>
            <a:spLocks noGrp="1"/>
          </p:cNvSpPr>
          <p:nvPr>
            <p:ph type="title"/>
          </p:nvPr>
        </p:nvSpPr>
        <p:spPr>
          <a:xfrm>
            <a:off x="1115568" y="548640"/>
            <a:ext cx="10168128" cy="1179576"/>
          </a:xfrm>
        </p:spPr>
        <p:txBody>
          <a:bodyPr>
            <a:normAutofit/>
          </a:bodyPr>
          <a:lstStyle/>
          <a:p>
            <a:r>
              <a:rPr lang="en-CA" sz="4000"/>
              <a:t>User Stories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EE9392D-D3E7-5046-DA10-48B420DEA380}"/>
              </a:ext>
            </a:extLst>
          </p:cNvPr>
          <p:cNvSpPr>
            <a:spLocks noGrp="1"/>
          </p:cNvSpPr>
          <p:nvPr>
            <p:ph idx="1"/>
          </p:nvPr>
        </p:nvSpPr>
        <p:spPr>
          <a:xfrm>
            <a:off x="1115568" y="2481943"/>
            <a:ext cx="10168128" cy="3695020"/>
          </a:xfrm>
        </p:spPr>
        <p:txBody>
          <a:bodyPr>
            <a:normAutofit/>
          </a:bodyPr>
          <a:lstStyle/>
          <a:p>
            <a:pPr>
              <a:buFont typeface="Arial" panose="020B0604020202020204" pitchFamily="34" charset="0"/>
              <a:buChar char="•"/>
            </a:pPr>
            <a:r>
              <a:rPr lang="en-CA" sz="2200" b="1"/>
              <a:t>Definition</a:t>
            </a:r>
            <a:r>
              <a:rPr lang="en-CA" sz="2200"/>
              <a:t>: User stories are more specific than scenarios.</a:t>
            </a:r>
          </a:p>
          <a:p>
            <a:pPr>
              <a:buFont typeface="Arial" panose="020B0604020202020204" pitchFamily="34" charset="0"/>
              <a:buChar char="•"/>
            </a:pPr>
            <a:r>
              <a:rPr lang="en-CA" sz="2200" b="1"/>
              <a:t>Content</a:t>
            </a:r>
            <a:r>
              <a:rPr lang="en-CA" sz="2200"/>
              <a:t>: Each user story focuses on a single functionality or need, </a:t>
            </a:r>
          </a:p>
          <a:p>
            <a:r>
              <a:rPr lang="en-CA" sz="2200" b="1"/>
              <a:t>Standard Format of a User Story</a:t>
            </a:r>
            <a:r>
              <a:rPr lang="en-CA" sz="2200"/>
              <a:t>:</a:t>
            </a:r>
          </a:p>
          <a:p>
            <a:pPr lvl="1"/>
            <a:r>
              <a:rPr lang="en-CA" sz="2200"/>
              <a:t> As a [role], I [want | need] to [do something].</a:t>
            </a:r>
          </a:p>
          <a:p>
            <a:r>
              <a:rPr lang="en-CA" sz="2200" b="1"/>
              <a:t>Extended Format with Justification:</a:t>
            </a:r>
          </a:p>
          <a:p>
            <a:pPr lvl="1"/>
            <a:r>
              <a:rPr lang="en-CA" sz="2200"/>
              <a:t> As a [role], I [want | need] to [do something] so that [reason].</a:t>
            </a:r>
          </a:p>
          <a:p>
            <a:endParaRPr lang="en-CA" sz="2200"/>
          </a:p>
        </p:txBody>
      </p:sp>
    </p:spTree>
    <p:extLst>
      <p:ext uri="{BB962C8B-B14F-4D97-AF65-F5344CB8AC3E}">
        <p14:creationId xmlns:p14="http://schemas.microsoft.com/office/powerpoint/2010/main" val="312571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9BEFD1-A1BF-0C06-9A0E-46D27173C804}"/>
              </a:ext>
            </a:extLst>
          </p:cNvPr>
          <p:cNvSpPr>
            <a:spLocks noGrp="1"/>
          </p:cNvSpPr>
          <p:nvPr>
            <p:ph type="title"/>
          </p:nvPr>
        </p:nvSpPr>
        <p:spPr>
          <a:xfrm>
            <a:off x="1046746" y="586822"/>
            <a:ext cx="3560252" cy="1645920"/>
          </a:xfrm>
        </p:spPr>
        <p:txBody>
          <a:bodyPr>
            <a:normAutofit/>
          </a:bodyPr>
          <a:lstStyle/>
          <a:p>
            <a:r>
              <a:rPr lang="en-CA" sz="3200"/>
              <a:t>User stories in planning</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1F172F9F-6322-55B7-4C52-D2C6C241C656}"/>
              </a:ext>
            </a:extLst>
          </p:cNvPr>
          <p:cNvSpPr>
            <a:spLocks noGrp="1"/>
          </p:cNvSpPr>
          <p:nvPr>
            <p:ph idx="1"/>
          </p:nvPr>
        </p:nvSpPr>
        <p:spPr>
          <a:xfrm>
            <a:off x="5351164" y="586822"/>
            <a:ext cx="6002636" cy="1645920"/>
          </a:xfrm>
        </p:spPr>
        <p:txBody>
          <a:bodyPr anchor="ctr">
            <a:normAutofit/>
          </a:bodyPr>
          <a:lstStyle/>
          <a:p>
            <a:r>
              <a:rPr lang="en-CA" sz="1800"/>
              <a:t>Product backlog as user stories</a:t>
            </a:r>
          </a:p>
          <a:p>
            <a:r>
              <a:rPr lang="en-CA" sz="1800"/>
              <a:t>Focus on implementable unit</a:t>
            </a:r>
          </a:p>
          <a:p>
            <a:r>
              <a:rPr lang="en-CA" sz="1800"/>
              <a:t>Managing complex feature</a:t>
            </a:r>
          </a:p>
        </p:txBody>
      </p:sp>
      <p:pic>
        <p:nvPicPr>
          <p:cNvPr id="4" name="Picture 3" descr="A diagram of a software company&#10;&#10;Description automatically generated">
            <a:extLst>
              <a:ext uri="{FF2B5EF4-FFF2-40B4-BE49-F238E27FC236}">
                <a16:creationId xmlns:a16="http://schemas.microsoft.com/office/drawing/2014/main" id="{BF5CD2E2-57C2-6C2F-D7F8-FABFEAD9F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784" y="2759396"/>
            <a:ext cx="11164824" cy="3433184"/>
          </a:xfrm>
          <a:prstGeom prst="rect">
            <a:avLst/>
          </a:prstGeom>
        </p:spPr>
      </p:pic>
    </p:spTree>
    <p:extLst>
      <p:ext uri="{BB962C8B-B14F-4D97-AF65-F5344CB8AC3E}">
        <p14:creationId xmlns:p14="http://schemas.microsoft.com/office/powerpoint/2010/main" val="2890172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875944D-F64E-2A58-A664-98DDCA567710}"/>
              </a:ext>
            </a:extLst>
          </p:cNvPr>
          <p:cNvSpPr>
            <a:spLocks noGrp="1"/>
          </p:cNvSpPr>
          <p:nvPr>
            <p:ph type="title"/>
          </p:nvPr>
        </p:nvSpPr>
        <p:spPr>
          <a:xfrm>
            <a:off x="1115568" y="548640"/>
            <a:ext cx="10168128" cy="1179576"/>
          </a:xfrm>
        </p:spPr>
        <p:txBody>
          <a:bodyPr>
            <a:normAutofit/>
          </a:bodyPr>
          <a:lstStyle/>
          <a:p>
            <a:r>
              <a:rPr lang="en-CA" sz="4000"/>
              <a:t>Example: System backup and restoration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5211246-722A-02A6-1C5B-177D414A5D2C}"/>
              </a:ext>
            </a:extLst>
          </p:cNvPr>
          <p:cNvSpPr>
            <a:spLocks noGrp="1"/>
          </p:cNvSpPr>
          <p:nvPr>
            <p:ph idx="1"/>
          </p:nvPr>
        </p:nvSpPr>
        <p:spPr>
          <a:xfrm>
            <a:off x="1115568" y="2481943"/>
            <a:ext cx="10168128" cy="3695020"/>
          </a:xfrm>
        </p:spPr>
        <p:txBody>
          <a:bodyPr>
            <a:normAutofit/>
          </a:bodyPr>
          <a:lstStyle/>
          <a:p>
            <a:r>
              <a:rPr lang="en-CA" sz="2200"/>
              <a:t>Epic:</a:t>
            </a:r>
          </a:p>
          <a:p>
            <a:pPr lvl="1"/>
            <a:r>
              <a:rPr lang="en-CA" sz="2200"/>
              <a:t> </a:t>
            </a:r>
            <a:r>
              <a:rPr lang="en-CA" sz="2200" i="1"/>
              <a:t>As a system manager, I need a way to backup the system and restore either individual applications, files, directories, or the whole system.</a:t>
            </a:r>
          </a:p>
          <a:p>
            <a:r>
              <a:rPr lang="en-CA" sz="2200" i="1"/>
              <a:t>Stories:</a:t>
            </a:r>
          </a:p>
          <a:p>
            <a:pPr lvl="1"/>
            <a:r>
              <a:rPr lang="en-CA" sz="2200" i="1"/>
              <a:t>As a system manager, I want to backup individual files, so that I can easily restore them if they are lost or corrupted.</a:t>
            </a:r>
          </a:p>
          <a:p>
            <a:pPr lvl="1"/>
            <a:r>
              <a:rPr lang="en-CA" sz="2200" i="1"/>
              <a:t>As a system manager, I want to restore individual applications quickly, ensuring minimal downtime in case of application failure.</a:t>
            </a:r>
          </a:p>
          <a:p>
            <a:pPr lvl="1"/>
            <a:r>
              <a:rPr lang="en-CA" sz="2200" i="1"/>
              <a:t>As a system manager, I need the ability to perform full system backups weekly, to ensure comprehensive data protection.</a:t>
            </a:r>
          </a:p>
          <a:p>
            <a:endParaRPr lang="en-CA" sz="2200"/>
          </a:p>
        </p:txBody>
      </p:sp>
    </p:spTree>
    <p:extLst>
      <p:ext uri="{BB962C8B-B14F-4D97-AF65-F5344CB8AC3E}">
        <p14:creationId xmlns:p14="http://schemas.microsoft.com/office/powerpoint/2010/main" val="3516198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5D744B-8427-C398-1D63-2DF0FC2C4D2B}"/>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3700" kern="1200">
                <a:solidFill>
                  <a:schemeClr val="tx1"/>
                </a:solidFill>
                <a:latin typeface="+mj-lt"/>
                <a:ea typeface="+mj-ea"/>
                <a:cs typeface="+mj-cs"/>
              </a:rPr>
              <a:t>User stories describing the group feature </a:t>
            </a:r>
          </a:p>
        </p:txBody>
      </p:sp>
      <p:sp>
        <p:nvSpPr>
          <p:cNvPr id="13" name="Rectangle: Rounded Corners 1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3CBD1EC7-5E1C-426E-5483-49EB3FF8769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9754" b="49653"/>
          <a:stretch/>
        </p:blipFill>
        <p:spPr>
          <a:xfrm>
            <a:off x="2563275" y="2139484"/>
            <a:ext cx="7065450" cy="4096512"/>
          </a:xfrm>
          <a:prstGeom prst="rect">
            <a:avLst/>
          </a:prstGeom>
        </p:spPr>
      </p:pic>
    </p:spTree>
    <p:extLst>
      <p:ext uri="{BB962C8B-B14F-4D97-AF65-F5344CB8AC3E}">
        <p14:creationId xmlns:p14="http://schemas.microsoft.com/office/powerpoint/2010/main" val="109277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3F0A8C-02DC-58A6-A7B0-9F1AB4E748FC}"/>
              </a:ext>
            </a:extLst>
          </p:cNvPr>
          <p:cNvSpPr>
            <a:spLocks noGrp="1"/>
          </p:cNvSpPr>
          <p:nvPr>
            <p:ph type="title"/>
          </p:nvPr>
        </p:nvSpPr>
        <p:spPr>
          <a:xfrm>
            <a:off x="1115568" y="548640"/>
            <a:ext cx="10168128" cy="1179576"/>
          </a:xfrm>
        </p:spPr>
        <p:txBody>
          <a:bodyPr>
            <a:normAutofit/>
          </a:bodyPr>
          <a:lstStyle/>
          <a:p>
            <a:r>
              <a:rPr lang="en-CA" sz="4000"/>
              <a:t>Feature Derivation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59EC786-6929-3117-F4E1-1E677A825BE8}"/>
              </a:ext>
            </a:extLst>
          </p:cNvPr>
          <p:cNvSpPr>
            <a:spLocks noGrp="1"/>
          </p:cNvSpPr>
          <p:nvPr>
            <p:ph idx="1"/>
          </p:nvPr>
        </p:nvSpPr>
        <p:spPr>
          <a:xfrm>
            <a:off x="1115568" y="2481943"/>
            <a:ext cx="10168128" cy="3695020"/>
          </a:xfrm>
        </p:spPr>
        <p:txBody>
          <a:bodyPr>
            <a:normAutofit/>
          </a:bodyPr>
          <a:lstStyle/>
          <a:p>
            <a:r>
              <a:rPr lang="en-CA" sz="2200"/>
              <a:t>Features can be identified directly from the product vision or from scenarios.</a:t>
            </a:r>
          </a:p>
          <a:p>
            <a:r>
              <a:rPr lang="en-CA" sz="2200"/>
              <a:t>You can highlight phrases in Scenario </a:t>
            </a:r>
          </a:p>
          <a:p>
            <a:pPr lvl="1"/>
            <a:r>
              <a:rPr lang="en-CA" sz="2200"/>
              <a:t>You should think about the features needed to support user actions, identified by active verbs, such as use and choose.</a:t>
            </a:r>
          </a:p>
          <a:p>
            <a:endParaRPr lang="en-CA" sz="2200"/>
          </a:p>
        </p:txBody>
      </p:sp>
    </p:spTree>
    <p:extLst>
      <p:ext uri="{BB962C8B-B14F-4D97-AF65-F5344CB8AC3E}">
        <p14:creationId xmlns:p14="http://schemas.microsoft.com/office/powerpoint/2010/main" val="2802403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2D2978-C16F-6945-7991-68ED1116F5A8}"/>
              </a:ext>
            </a:extLst>
          </p:cNvPr>
          <p:cNvSpPr>
            <a:spLocks noGrp="1"/>
          </p:cNvSpPr>
          <p:nvPr>
            <p:ph type="title"/>
          </p:nvPr>
        </p:nvSpPr>
        <p:spPr>
          <a:xfrm>
            <a:off x="1115568" y="548640"/>
            <a:ext cx="10168128" cy="1179576"/>
          </a:xfrm>
        </p:spPr>
        <p:txBody>
          <a:bodyPr>
            <a:normAutofit/>
          </a:bodyPr>
          <a:lstStyle/>
          <a:p>
            <a:r>
              <a:rPr lang="en-CA" sz="4000"/>
              <a:t>Product Vision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BFFC367-9188-E513-3E49-4A0300B1FA77}"/>
              </a:ext>
            </a:extLst>
          </p:cNvPr>
          <p:cNvSpPr>
            <a:spLocks noGrp="1"/>
          </p:cNvSpPr>
          <p:nvPr>
            <p:ph idx="1"/>
          </p:nvPr>
        </p:nvSpPr>
        <p:spPr>
          <a:xfrm>
            <a:off x="1115568" y="2481943"/>
            <a:ext cx="10168128" cy="3695020"/>
          </a:xfrm>
        </p:spPr>
        <p:txBody>
          <a:bodyPr>
            <a:normAutofit/>
          </a:bodyPr>
          <a:lstStyle/>
          <a:p>
            <a:r>
              <a:rPr lang="en-CA" sz="2200" b="1"/>
              <a:t>Product Vision Statement (Using Moore’s Template):</a:t>
            </a:r>
            <a:endParaRPr lang="en-CA" sz="2200"/>
          </a:p>
          <a:p>
            <a:pPr lvl="1"/>
            <a:r>
              <a:rPr lang="en-CA" sz="2200" i="1"/>
              <a:t>For</a:t>
            </a:r>
            <a:r>
              <a:rPr lang="en-CA" sz="2200"/>
              <a:t> university students and faculty - </a:t>
            </a:r>
            <a:r>
              <a:rPr lang="en-CA" sz="2200" i="1"/>
              <a:t>who</a:t>
            </a:r>
            <a:r>
              <a:rPr lang="en-CA" sz="2200"/>
              <a:t> need a flexible and interactive platform to manage coursework and enhance learning experiences - </a:t>
            </a:r>
            <a:r>
              <a:rPr lang="en-CA" sz="2200" i="1"/>
              <a:t>the</a:t>
            </a:r>
            <a:r>
              <a:rPr lang="en-CA" sz="2200"/>
              <a:t> AcademiaHub </a:t>
            </a:r>
            <a:r>
              <a:rPr lang="en-CA" sz="2200" i="1"/>
              <a:t>is a</a:t>
            </a:r>
            <a:r>
              <a:rPr lang="en-CA" sz="2200"/>
              <a:t> web-based learning management system - </a:t>
            </a:r>
            <a:r>
              <a:rPr lang="en-CA" sz="2200" i="1"/>
              <a:t>that</a:t>
            </a:r>
            <a:r>
              <a:rPr lang="en-CA" sz="2200"/>
              <a:t> offers personalized learning paths and real-time collaboration tools - </a:t>
            </a:r>
            <a:r>
              <a:rPr lang="en-CA" sz="2200" i="1"/>
              <a:t>unlike</a:t>
            </a:r>
            <a:r>
              <a:rPr lang="en-CA" sz="2200"/>
              <a:t> traditional one-size-fits-all educational platforms - </a:t>
            </a:r>
            <a:r>
              <a:rPr lang="en-CA" sz="2200" i="1"/>
              <a:t>our product</a:t>
            </a:r>
            <a:r>
              <a:rPr lang="en-CA" sz="2200"/>
              <a:t> tailors learning experiences to personalized and individual academic needs and fosters active learning through collaboration.</a:t>
            </a:r>
          </a:p>
        </p:txBody>
      </p:sp>
    </p:spTree>
    <p:extLst>
      <p:ext uri="{BB962C8B-B14F-4D97-AF65-F5344CB8AC3E}">
        <p14:creationId xmlns:p14="http://schemas.microsoft.com/office/powerpoint/2010/main" val="1224102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F1F55A-8C22-8163-7CE7-C22AB821769A}"/>
              </a:ext>
            </a:extLst>
          </p:cNvPr>
          <p:cNvSpPr>
            <a:spLocks noGrp="1"/>
          </p:cNvSpPr>
          <p:nvPr>
            <p:ph type="title"/>
          </p:nvPr>
        </p:nvSpPr>
        <p:spPr>
          <a:xfrm>
            <a:off x="1115568" y="548640"/>
            <a:ext cx="10168128" cy="1179576"/>
          </a:xfrm>
        </p:spPr>
        <p:txBody>
          <a:bodyPr>
            <a:normAutofit/>
          </a:bodyPr>
          <a:lstStyle/>
          <a:p>
            <a:r>
              <a:rPr lang="en-CA" sz="4000" b="1"/>
              <a:t>Derived Features from Product Vision</a:t>
            </a:r>
            <a:endParaRPr lang="en-CA" sz="4000"/>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BD968A46-CA74-873B-6FA5-E507C2B93A60}"/>
              </a:ext>
            </a:extLst>
          </p:cNvPr>
          <p:cNvSpPr>
            <a:spLocks noGrp="1"/>
          </p:cNvSpPr>
          <p:nvPr>
            <p:ph idx="1"/>
          </p:nvPr>
        </p:nvSpPr>
        <p:spPr>
          <a:xfrm>
            <a:off x="1115568" y="2481943"/>
            <a:ext cx="10168128" cy="3695020"/>
          </a:xfrm>
        </p:spPr>
        <p:txBody>
          <a:bodyPr>
            <a:normAutofit/>
          </a:bodyPr>
          <a:lstStyle/>
          <a:p>
            <a:r>
              <a:rPr lang="en-CA" sz="2200" b="1"/>
              <a:t>Personalized Learning Paths</a:t>
            </a:r>
            <a:r>
              <a:rPr lang="en-CA" sz="2200"/>
              <a:t>: Allows users to create and follow customized learning journeys based on their academic goals and interests.</a:t>
            </a:r>
          </a:p>
          <a:p>
            <a:r>
              <a:rPr lang="en-CA" sz="2200" b="1"/>
              <a:t>Real-Time Collaboration Tools</a:t>
            </a:r>
            <a:r>
              <a:rPr lang="en-CA" sz="2200"/>
              <a:t>: Provides features like shared whiteboards, real-time document editing, and video conferencing to support interactive learning.</a:t>
            </a:r>
          </a:p>
          <a:p>
            <a:r>
              <a:rPr lang="en-CA" sz="2200" b="1"/>
              <a:t>Adaptive Learning Analytics</a:t>
            </a:r>
            <a:r>
              <a:rPr lang="en-CA" sz="2200"/>
              <a:t>: Integrates machine learning to analyze student performance and adjust content delivery to optimize learning outcomes.</a:t>
            </a:r>
          </a:p>
        </p:txBody>
      </p:sp>
    </p:spTree>
    <p:extLst>
      <p:ext uri="{BB962C8B-B14F-4D97-AF65-F5344CB8AC3E}">
        <p14:creationId xmlns:p14="http://schemas.microsoft.com/office/powerpoint/2010/main" val="3433059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EA2BA2-BAD1-56F1-3F66-601A620EA924}"/>
              </a:ext>
            </a:extLst>
          </p:cNvPr>
          <p:cNvSpPr>
            <a:spLocks noGrp="1"/>
          </p:cNvSpPr>
          <p:nvPr>
            <p:ph type="title"/>
          </p:nvPr>
        </p:nvSpPr>
        <p:spPr>
          <a:xfrm>
            <a:off x="1115568" y="548640"/>
            <a:ext cx="10168128" cy="1179576"/>
          </a:xfrm>
        </p:spPr>
        <p:txBody>
          <a:bodyPr>
            <a:normAutofit/>
          </a:bodyPr>
          <a:lstStyle/>
          <a:p>
            <a:r>
              <a:rPr lang="en-CA" sz="4000"/>
              <a:t>Scenario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0689F77-B3BB-C3EC-B34C-9A9B3401661B}"/>
              </a:ext>
            </a:extLst>
          </p:cNvPr>
          <p:cNvSpPr>
            <a:spLocks noGrp="1"/>
          </p:cNvSpPr>
          <p:nvPr>
            <p:ph idx="1"/>
          </p:nvPr>
        </p:nvSpPr>
        <p:spPr>
          <a:xfrm>
            <a:off x="1115568" y="2481943"/>
            <a:ext cx="10168128" cy="3695020"/>
          </a:xfrm>
        </p:spPr>
        <p:txBody>
          <a:bodyPr>
            <a:normAutofit/>
          </a:bodyPr>
          <a:lstStyle/>
          <a:p>
            <a:r>
              <a:rPr lang="en-CA" sz="2200" b="1"/>
              <a:t>Scenario</a:t>
            </a:r>
            <a:r>
              <a:rPr lang="en-CA" sz="2200"/>
              <a:t>: </a:t>
            </a:r>
            <a:r>
              <a:rPr lang="en-CA" sz="2200" i="1"/>
              <a:t>Professor Smith wants to use an online platform to coordinate a semester-long project involving multiple groups of students, tracking their progress, scheduling milestones, and providing targeted feedback based on individual and group performance.</a:t>
            </a:r>
          </a:p>
          <a:p>
            <a:endParaRPr lang="en-CA" sz="2200"/>
          </a:p>
        </p:txBody>
      </p:sp>
    </p:spTree>
    <p:extLst>
      <p:ext uri="{BB962C8B-B14F-4D97-AF65-F5344CB8AC3E}">
        <p14:creationId xmlns:p14="http://schemas.microsoft.com/office/powerpoint/2010/main" val="1765785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4E8FFF-232D-A67E-21CA-FB6D5AF90C2C}"/>
              </a:ext>
            </a:extLst>
          </p:cNvPr>
          <p:cNvSpPr>
            <a:spLocks noGrp="1"/>
          </p:cNvSpPr>
          <p:nvPr>
            <p:ph type="title"/>
          </p:nvPr>
        </p:nvSpPr>
        <p:spPr>
          <a:xfrm>
            <a:off x="1115568" y="548640"/>
            <a:ext cx="10168128" cy="1179576"/>
          </a:xfrm>
        </p:spPr>
        <p:txBody>
          <a:bodyPr>
            <a:normAutofit/>
          </a:bodyPr>
          <a:lstStyle/>
          <a:p>
            <a:r>
              <a:rPr lang="en-CA" sz="4000" b="1"/>
              <a:t>Derived Features from Scenario</a:t>
            </a:r>
            <a:endParaRPr lang="en-CA"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6E389DE-CE79-63A0-1972-DB563BB35616}"/>
              </a:ext>
            </a:extLst>
          </p:cNvPr>
          <p:cNvSpPr>
            <a:spLocks noGrp="1"/>
          </p:cNvSpPr>
          <p:nvPr>
            <p:ph idx="1"/>
          </p:nvPr>
        </p:nvSpPr>
        <p:spPr>
          <a:xfrm>
            <a:off x="1115568" y="2481943"/>
            <a:ext cx="10168128" cy="3695020"/>
          </a:xfrm>
        </p:spPr>
        <p:txBody>
          <a:bodyPr>
            <a:normAutofit/>
          </a:bodyPr>
          <a:lstStyle/>
          <a:p>
            <a:r>
              <a:rPr lang="en-CA" sz="2200" b="1"/>
              <a:t>Group Management Interface</a:t>
            </a:r>
            <a:r>
              <a:rPr lang="en-CA" sz="2200"/>
              <a:t>: Tools for creating student groups, assigning roles, and managing memberships.</a:t>
            </a:r>
          </a:p>
          <a:p>
            <a:r>
              <a:rPr lang="en-CA" sz="2200" b="1"/>
              <a:t>Project Tracking Dashboard</a:t>
            </a:r>
            <a:r>
              <a:rPr lang="en-CA" sz="2200"/>
              <a:t>: A comprehensive dashboard that allows tracking of project milestones, submission deadlines, and overall progress for each group.</a:t>
            </a:r>
          </a:p>
          <a:p>
            <a:r>
              <a:rPr lang="en-CA" sz="2200" b="1"/>
              <a:t>Feedback System</a:t>
            </a:r>
            <a:r>
              <a:rPr lang="en-CA" sz="2200"/>
              <a:t>: Features enabling Professor Smith to provide individualized feedback and grade submissions, with support for audio and text comments.</a:t>
            </a:r>
          </a:p>
        </p:txBody>
      </p:sp>
    </p:spTree>
    <p:extLst>
      <p:ext uri="{BB962C8B-B14F-4D97-AF65-F5344CB8AC3E}">
        <p14:creationId xmlns:p14="http://schemas.microsoft.com/office/powerpoint/2010/main" val="3340884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FB6433-7FCD-C482-C401-0E271283994F}"/>
              </a:ext>
            </a:extLst>
          </p:cNvPr>
          <p:cNvSpPr>
            <a:spLocks noGrp="1"/>
          </p:cNvSpPr>
          <p:nvPr>
            <p:ph type="title"/>
          </p:nvPr>
        </p:nvSpPr>
        <p:spPr>
          <a:xfrm>
            <a:off x="1115568" y="548640"/>
            <a:ext cx="10168128" cy="1179576"/>
          </a:xfrm>
        </p:spPr>
        <p:txBody>
          <a:bodyPr>
            <a:normAutofit/>
          </a:bodyPr>
          <a:lstStyle/>
          <a:p>
            <a:r>
              <a:rPr lang="en-CA" sz="4000"/>
              <a:t>Feature List	</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605F7EB-F1DA-FB2E-0A5D-C0E54AA2D5D7}"/>
              </a:ext>
            </a:extLst>
          </p:cNvPr>
          <p:cNvSpPr>
            <a:spLocks noGrp="1"/>
          </p:cNvSpPr>
          <p:nvPr>
            <p:ph idx="1"/>
          </p:nvPr>
        </p:nvSpPr>
        <p:spPr>
          <a:xfrm>
            <a:off x="1115568" y="2481943"/>
            <a:ext cx="10168128" cy="3695020"/>
          </a:xfrm>
        </p:spPr>
        <p:txBody>
          <a:bodyPr>
            <a:normAutofit/>
          </a:bodyPr>
          <a:lstStyle/>
          <a:p>
            <a:r>
              <a:rPr lang="en-CA" sz="2200"/>
              <a:t>The output of the feature identification process should be a list of features that you use for designing and implementing your product. </a:t>
            </a:r>
          </a:p>
          <a:p>
            <a:r>
              <a:rPr lang="en-CA" sz="2200"/>
              <a:t>There is no need to go into a lot of detail about the features at this stage. You add detail when you are implementing the feature. </a:t>
            </a:r>
          </a:p>
          <a:p>
            <a:r>
              <a:rPr lang="en-CA" sz="2200"/>
              <a:t>You can describe features using a standard input-action-output template by using structured narrative descriptions or by a set of user stories.</a:t>
            </a:r>
          </a:p>
        </p:txBody>
      </p:sp>
    </p:spTree>
    <p:extLst>
      <p:ext uri="{BB962C8B-B14F-4D97-AF65-F5344CB8AC3E}">
        <p14:creationId xmlns:p14="http://schemas.microsoft.com/office/powerpoint/2010/main" val="4082524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A86A-7E08-0B4F-A9C6-161FE177BAE0}"/>
              </a:ext>
            </a:extLst>
          </p:cNvPr>
          <p:cNvSpPr>
            <a:spLocks noGrp="1"/>
          </p:cNvSpPr>
          <p:nvPr>
            <p:ph type="title"/>
          </p:nvPr>
        </p:nvSpPr>
        <p:spPr/>
        <p:txBody>
          <a:bodyPr/>
          <a:lstStyle/>
          <a:p>
            <a:r>
              <a:rPr lang="en-CA" dirty="0"/>
              <a:t>Authentication Feature example </a:t>
            </a:r>
          </a:p>
        </p:txBody>
      </p:sp>
      <p:pic>
        <p:nvPicPr>
          <p:cNvPr id="4" name="Content Placeholder 3">
            <a:extLst>
              <a:ext uri="{FF2B5EF4-FFF2-40B4-BE49-F238E27FC236}">
                <a16:creationId xmlns:a16="http://schemas.microsoft.com/office/drawing/2014/main" id="{FF9B8B24-AC3E-9681-D0D0-934DF4CCB1B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848" t="9962" r="5634" b="44865"/>
          <a:stretch/>
        </p:blipFill>
        <p:spPr>
          <a:xfrm>
            <a:off x="2673400" y="2024913"/>
            <a:ext cx="5015628" cy="3740425"/>
          </a:xfrm>
          <a:prstGeom prst="rect">
            <a:avLst/>
          </a:prstGeom>
        </p:spPr>
      </p:pic>
    </p:spTree>
    <p:extLst>
      <p:ext uri="{BB962C8B-B14F-4D97-AF65-F5344CB8AC3E}">
        <p14:creationId xmlns:p14="http://schemas.microsoft.com/office/powerpoint/2010/main" val="749330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EFF49D-5343-78B2-0B68-54AD8F83BEED}"/>
              </a:ext>
            </a:extLst>
          </p:cNvPr>
          <p:cNvSpPr>
            <a:spLocks noGrp="1"/>
          </p:cNvSpPr>
          <p:nvPr>
            <p:ph type="title"/>
          </p:nvPr>
        </p:nvSpPr>
        <p:spPr>
          <a:xfrm>
            <a:off x="1115568" y="548640"/>
            <a:ext cx="10168128" cy="1179576"/>
          </a:xfrm>
        </p:spPr>
        <p:txBody>
          <a:bodyPr>
            <a:normAutofit/>
          </a:bodyPr>
          <a:lstStyle/>
          <a:p>
            <a:r>
              <a:rPr lang="en-CA" sz="4000"/>
              <a:t>Feature Example: Group Management Interface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C67652C-4F67-0C96-7FD4-55410A74A3B3}"/>
              </a:ext>
            </a:extLst>
          </p:cNvPr>
          <p:cNvSpPr>
            <a:spLocks noGrp="1"/>
          </p:cNvSpPr>
          <p:nvPr>
            <p:ph idx="1"/>
          </p:nvPr>
        </p:nvSpPr>
        <p:spPr>
          <a:xfrm>
            <a:off x="1115568" y="2481943"/>
            <a:ext cx="10168128" cy="3695020"/>
          </a:xfrm>
        </p:spPr>
        <p:txBody>
          <a:bodyPr>
            <a:normAutofit/>
          </a:bodyPr>
          <a:lstStyle/>
          <a:p>
            <a:r>
              <a:rPr lang="en-CA" sz="2200" b="1"/>
              <a:t>Description</a:t>
            </a:r>
            <a:r>
              <a:rPr lang="en-CA" sz="2200"/>
              <a:t>: </a:t>
            </a:r>
          </a:p>
          <a:p>
            <a:pPr lvl="1"/>
            <a:r>
              <a:rPr lang="en-CA" sz="2200"/>
              <a:t>The Group Management Interface allows instructors to create, modify, and manage student groups within online courses. This feature includes tools for assigning roles, setting permissions, and tracking group membership changes over time. It aims to facilitate seamless collaboration among students by organizing them into structured groups, which can be tailored to various project types and class activities.</a:t>
            </a:r>
          </a:p>
        </p:txBody>
      </p:sp>
    </p:spTree>
    <p:extLst>
      <p:ext uri="{BB962C8B-B14F-4D97-AF65-F5344CB8AC3E}">
        <p14:creationId xmlns:p14="http://schemas.microsoft.com/office/powerpoint/2010/main" val="2501103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D842FA-F300-2321-F262-35D97FF94E5C}"/>
              </a:ext>
            </a:extLst>
          </p:cNvPr>
          <p:cNvSpPr>
            <a:spLocks noGrp="1"/>
          </p:cNvSpPr>
          <p:nvPr>
            <p:ph type="title"/>
          </p:nvPr>
        </p:nvSpPr>
        <p:spPr>
          <a:xfrm>
            <a:off x="1115568" y="548640"/>
            <a:ext cx="10168128" cy="1179576"/>
          </a:xfrm>
        </p:spPr>
        <p:txBody>
          <a:bodyPr>
            <a:normAutofit/>
          </a:bodyPr>
          <a:lstStyle/>
          <a:p>
            <a:r>
              <a:rPr lang="en-CA" sz="4000"/>
              <a:t>Feature Example: Group Management Interface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E197048-FC65-BC04-25B6-D09730039F05}"/>
              </a:ext>
            </a:extLst>
          </p:cNvPr>
          <p:cNvSpPr>
            <a:spLocks noGrp="1"/>
          </p:cNvSpPr>
          <p:nvPr>
            <p:ph idx="1"/>
          </p:nvPr>
        </p:nvSpPr>
        <p:spPr>
          <a:xfrm>
            <a:off x="1115568" y="2481943"/>
            <a:ext cx="10168128" cy="3695020"/>
          </a:xfrm>
        </p:spPr>
        <p:txBody>
          <a:bodyPr>
            <a:normAutofit/>
          </a:bodyPr>
          <a:lstStyle/>
          <a:p>
            <a:r>
              <a:rPr lang="en-CA" sz="2000"/>
              <a:t>Constraints:</a:t>
            </a:r>
          </a:p>
          <a:p>
            <a:pPr lvl="1"/>
            <a:r>
              <a:rPr lang="en-CA" sz="2000"/>
              <a:t>User Roles: Only users identified as "Instructors" or "Teaching Assistants" have the authority to create and manage groups. Students can view group memberships but cannot alter them.</a:t>
            </a:r>
          </a:p>
          <a:p>
            <a:pPr lvl="1"/>
            <a:r>
              <a:rPr lang="en-CA" sz="2000"/>
              <a:t>Scalability: The interface must efficiently handle classes of varying sizes, from small seminars to large lectures with hundreds of students, without performance issues.</a:t>
            </a:r>
          </a:p>
          <a:p>
            <a:pPr lvl="1"/>
            <a:r>
              <a:rPr lang="en-CA" sz="2000"/>
              <a:t>Integration: This feature must integrate smoothly with other platform components like the Project Tracking Dashboard and Real-Time Collaboration Tools without disrupting existing functionalities.</a:t>
            </a:r>
          </a:p>
          <a:p>
            <a:pPr lvl="1"/>
            <a:r>
              <a:rPr lang="en-CA" sz="2000"/>
              <a:t>Data Privacy: Must comply with educational data privacy regulations (e.g., FERPA in the U.S.) to protect student information.</a:t>
            </a:r>
          </a:p>
        </p:txBody>
      </p:sp>
    </p:spTree>
    <p:extLst>
      <p:ext uri="{BB962C8B-B14F-4D97-AF65-F5344CB8AC3E}">
        <p14:creationId xmlns:p14="http://schemas.microsoft.com/office/powerpoint/2010/main" val="1169618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CD92E1-906E-C315-9734-7122B8575045}"/>
              </a:ext>
            </a:extLst>
          </p:cNvPr>
          <p:cNvSpPr>
            <a:spLocks noGrp="1"/>
          </p:cNvSpPr>
          <p:nvPr>
            <p:ph type="title"/>
          </p:nvPr>
        </p:nvSpPr>
        <p:spPr>
          <a:xfrm>
            <a:off x="1115568" y="548640"/>
            <a:ext cx="10168128" cy="1179576"/>
          </a:xfrm>
        </p:spPr>
        <p:txBody>
          <a:bodyPr>
            <a:normAutofit/>
          </a:bodyPr>
          <a:lstStyle/>
          <a:p>
            <a:r>
              <a:rPr lang="en-CA" sz="4000"/>
              <a:t>Innovation and feature identification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8FFE247-B941-7291-D649-726956E1C008}"/>
              </a:ext>
            </a:extLst>
          </p:cNvPr>
          <p:cNvSpPr>
            <a:spLocks noGrp="1"/>
          </p:cNvSpPr>
          <p:nvPr>
            <p:ph idx="1"/>
          </p:nvPr>
        </p:nvSpPr>
        <p:spPr>
          <a:xfrm>
            <a:off x="1115568" y="2481943"/>
            <a:ext cx="10168128" cy="3695020"/>
          </a:xfrm>
        </p:spPr>
        <p:txBody>
          <a:bodyPr>
            <a:normAutofit/>
          </a:bodyPr>
          <a:lstStyle/>
          <a:p>
            <a:r>
              <a:rPr lang="en-CA" sz="2000"/>
              <a:t>Scenarios and user stories should always be your starting point for identifying product features. </a:t>
            </a:r>
          </a:p>
          <a:p>
            <a:pPr lvl="1"/>
            <a:r>
              <a:rPr lang="en-CA" sz="2000"/>
              <a:t>Scenarios tell you how users work at the moment. They don’t show how they might change their way of working if they had the right software to support them. </a:t>
            </a:r>
          </a:p>
          <a:p>
            <a:pPr lvl="1"/>
            <a:r>
              <a:rPr lang="en-CA" sz="2000"/>
              <a:t>Stories and scenarios are ‘tools for thinking’ and they help you gain an understanding of how your software might be used. You can identify a feature set from stories and scenarios.</a:t>
            </a:r>
          </a:p>
          <a:p>
            <a:r>
              <a:rPr lang="en-CA" sz="2000"/>
              <a:t>User research, on its own, rarely helps you innovate and invent new ways of working. </a:t>
            </a:r>
          </a:p>
          <a:p>
            <a:r>
              <a:rPr lang="en-CA" sz="2000"/>
              <a:t>You should also think creatively about alternative or additional features that help users to work more efficiently or to do things differently. </a:t>
            </a:r>
          </a:p>
          <a:p>
            <a:endParaRPr lang="en-CA" sz="2000"/>
          </a:p>
          <a:p>
            <a:endParaRPr lang="en-CA" sz="2000"/>
          </a:p>
        </p:txBody>
      </p:sp>
    </p:spTree>
    <p:extLst>
      <p:ext uri="{BB962C8B-B14F-4D97-AF65-F5344CB8AC3E}">
        <p14:creationId xmlns:p14="http://schemas.microsoft.com/office/powerpoint/2010/main" val="2692427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04E6-7CF2-B1B9-F99B-ECC68D49B875}"/>
              </a:ext>
            </a:extLst>
          </p:cNvPr>
          <p:cNvSpPr>
            <a:spLocks noGrp="1"/>
          </p:cNvSpPr>
          <p:nvPr>
            <p:ph type="title"/>
          </p:nvPr>
        </p:nvSpPr>
        <p:spPr/>
        <p:txBody>
          <a:bodyPr/>
          <a:lstStyle/>
          <a:p>
            <a:r>
              <a:rPr lang="en-CA" dirty="0"/>
              <a:t>From personas, to Scenarios, Features and Stories</a:t>
            </a:r>
          </a:p>
        </p:txBody>
      </p:sp>
      <p:pic>
        <p:nvPicPr>
          <p:cNvPr id="8" name="Content Placeholder 7" descr="A diagram of a product&#10;&#10;Description automatically generated">
            <a:extLst>
              <a:ext uri="{FF2B5EF4-FFF2-40B4-BE49-F238E27FC236}">
                <a16:creationId xmlns:a16="http://schemas.microsoft.com/office/drawing/2014/main" id="{3DECEDB1-8794-1B91-9A8D-AD864D8CED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1280" y="1507050"/>
            <a:ext cx="7354624" cy="4985825"/>
          </a:xfrm>
        </p:spPr>
      </p:pic>
    </p:spTree>
    <p:extLst>
      <p:ext uri="{BB962C8B-B14F-4D97-AF65-F5344CB8AC3E}">
        <p14:creationId xmlns:p14="http://schemas.microsoft.com/office/powerpoint/2010/main" val="1105748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CF7CE2-58BB-5973-287A-B430E5B83F4A}"/>
              </a:ext>
            </a:extLst>
          </p:cNvPr>
          <p:cNvSpPr>
            <a:spLocks noGrp="1"/>
          </p:cNvSpPr>
          <p:nvPr>
            <p:ph type="title"/>
          </p:nvPr>
        </p:nvSpPr>
        <p:spPr>
          <a:xfrm>
            <a:off x="1115568" y="548640"/>
            <a:ext cx="10168128" cy="1179576"/>
          </a:xfrm>
        </p:spPr>
        <p:txBody>
          <a:bodyPr>
            <a:normAutofit/>
          </a:bodyPr>
          <a:lstStyle/>
          <a:p>
            <a:r>
              <a:rPr lang="en-CA" sz="4000"/>
              <a:t>Takeaways!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24C8B40-6BB6-2C84-EDC0-41C6F3C6B0FC}"/>
              </a:ext>
            </a:extLst>
          </p:cNvPr>
          <p:cNvSpPr>
            <a:spLocks noGrp="1"/>
          </p:cNvSpPr>
          <p:nvPr>
            <p:ph idx="1"/>
          </p:nvPr>
        </p:nvSpPr>
        <p:spPr>
          <a:xfrm>
            <a:off x="1115568" y="2481943"/>
            <a:ext cx="10168128" cy="3695020"/>
          </a:xfrm>
        </p:spPr>
        <p:txBody>
          <a:bodyPr>
            <a:normAutofit/>
          </a:bodyPr>
          <a:lstStyle/>
          <a:p>
            <a:r>
              <a:rPr lang="en-CA" sz="2000"/>
              <a:t>A software product feature is a fragment of functionality that implements something that a user may need or want when using the product.</a:t>
            </a:r>
          </a:p>
          <a:p>
            <a:r>
              <a:rPr lang="en-CA" sz="2000"/>
              <a:t>The first stage of product development is to identify the list of product features in which you identify each feature and give a brief description of its functionality.</a:t>
            </a:r>
          </a:p>
          <a:p>
            <a:r>
              <a:rPr lang="en-CA" sz="2000"/>
              <a:t>Personas are ‘imagined users’ where you create a character portrait of a type of user that you think might use your product. </a:t>
            </a:r>
          </a:p>
          <a:p>
            <a:r>
              <a:rPr lang="en-CA" sz="2000"/>
              <a:t>A persona description should ‘paint a picture’ of a typical product user. It should describe their educational background, technology experience and why they might want to use your product. </a:t>
            </a:r>
          </a:p>
          <a:p>
            <a:r>
              <a:rPr lang="en-CA" sz="2000"/>
              <a:t>A scenario is a narrative that describes a situation where a user is accessing product features to do something that they want to do. </a:t>
            </a:r>
          </a:p>
          <a:p>
            <a:endParaRPr lang="en-CA" sz="2000"/>
          </a:p>
        </p:txBody>
      </p:sp>
    </p:spTree>
    <p:extLst>
      <p:ext uri="{BB962C8B-B14F-4D97-AF65-F5344CB8AC3E}">
        <p14:creationId xmlns:p14="http://schemas.microsoft.com/office/powerpoint/2010/main" val="1813847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5BF91-AAA1-3A06-07C4-7BD25DE30ED8}"/>
              </a:ext>
            </a:extLst>
          </p:cNvPr>
          <p:cNvSpPr>
            <a:spLocks noGrp="1"/>
          </p:cNvSpPr>
          <p:nvPr>
            <p:ph type="title"/>
          </p:nvPr>
        </p:nvSpPr>
        <p:spPr>
          <a:xfrm>
            <a:off x="1115568" y="548640"/>
            <a:ext cx="10168128" cy="1179576"/>
          </a:xfrm>
        </p:spPr>
        <p:txBody>
          <a:bodyPr>
            <a:normAutofit/>
          </a:bodyPr>
          <a:lstStyle/>
          <a:p>
            <a:r>
              <a:rPr lang="en-CA" sz="4000"/>
              <a:t>Takeaways!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2E18B8B-07AE-2761-BF26-2A7B1F70BD09}"/>
              </a:ext>
            </a:extLst>
          </p:cNvPr>
          <p:cNvSpPr>
            <a:spLocks noGrp="1"/>
          </p:cNvSpPr>
          <p:nvPr>
            <p:ph idx="1"/>
          </p:nvPr>
        </p:nvSpPr>
        <p:spPr>
          <a:xfrm>
            <a:off x="1115568" y="2481943"/>
            <a:ext cx="10168128" cy="3695020"/>
          </a:xfrm>
        </p:spPr>
        <p:txBody>
          <a:bodyPr>
            <a:normAutofit/>
          </a:bodyPr>
          <a:lstStyle/>
          <a:p>
            <a:r>
              <a:rPr lang="en-CA" sz="2000"/>
              <a:t>Scenarios should always be written from the user’s perspective and should be based on identified personas or real users. </a:t>
            </a:r>
          </a:p>
          <a:p>
            <a:r>
              <a:rPr lang="en-CA" sz="2000"/>
              <a:t>User stories are finer-grain narratives that set out, in a structured way, something that a user wants from a software system. </a:t>
            </a:r>
          </a:p>
          <a:p>
            <a:r>
              <a:rPr lang="en-CA" sz="2000"/>
              <a:t>User stories may be used as a way of extending and adding detail to a scenario or as part of the description of system features.</a:t>
            </a:r>
          </a:p>
          <a:p>
            <a:r>
              <a:rPr lang="en-CA" sz="2000"/>
              <a:t>The key influences in feature identification and design are user research, domain knowledge, product knowledge, and technology knowledge.</a:t>
            </a:r>
          </a:p>
          <a:p>
            <a:r>
              <a:rPr lang="en-CA" sz="2000"/>
              <a:t>You can identify features from scenarios and stories by highlighting user actions in these narratives and thinking about the features that you need to support these actions.</a:t>
            </a:r>
          </a:p>
          <a:p>
            <a:endParaRPr lang="en-CA" sz="2000"/>
          </a:p>
        </p:txBody>
      </p:sp>
    </p:spTree>
    <p:extLst>
      <p:ext uri="{BB962C8B-B14F-4D97-AF65-F5344CB8AC3E}">
        <p14:creationId xmlns:p14="http://schemas.microsoft.com/office/powerpoint/2010/main" val="2206299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A14C-71F5-0620-B608-F8C7CCF477E2}"/>
              </a:ext>
            </a:extLst>
          </p:cNvPr>
          <p:cNvSpPr>
            <a:spLocks noGrp="1"/>
          </p:cNvSpPr>
          <p:nvPr>
            <p:ph type="title"/>
          </p:nvPr>
        </p:nvSpPr>
        <p:spPr/>
        <p:txBody>
          <a:bodyPr/>
          <a:lstStyle/>
          <a:p>
            <a:r>
              <a:rPr lang="en-CA" dirty="0"/>
              <a:t>More Examples</a:t>
            </a:r>
          </a:p>
        </p:txBody>
      </p:sp>
      <p:sp>
        <p:nvSpPr>
          <p:cNvPr id="3" name="Content Placeholder 2">
            <a:extLst>
              <a:ext uri="{FF2B5EF4-FFF2-40B4-BE49-F238E27FC236}">
                <a16:creationId xmlns:a16="http://schemas.microsoft.com/office/drawing/2014/main" id="{FC11E01C-FC1D-55BD-0FAB-55DD7726BB6B}"/>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3183836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3FF8-11E4-B123-63B3-42E665D10D92}"/>
              </a:ext>
            </a:extLst>
          </p:cNvPr>
          <p:cNvSpPr>
            <a:spLocks noGrp="1"/>
          </p:cNvSpPr>
          <p:nvPr>
            <p:ph type="title"/>
          </p:nvPr>
        </p:nvSpPr>
        <p:spPr/>
        <p:txBody>
          <a:bodyPr/>
          <a:lstStyle/>
          <a:p>
            <a:r>
              <a:rPr lang="en-CA" dirty="0"/>
              <a:t>Emma’s Scenario</a:t>
            </a:r>
          </a:p>
        </p:txBody>
      </p:sp>
      <p:sp>
        <p:nvSpPr>
          <p:cNvPr id="3" name="Content Placeholder 2">
            <a:extLst>
              <a:ext uri="{FF2B5EF4-FFF2-40B4-BE49-F238E27FC236}">
                <a16:creationId xmlns:a16="http://schemas.microsoft.com/office/drawing/2014/main" id="{24719240-E5AF-D392-40EE-46AD38683D02}"/>
              </a:ext>
            </a:extLst>
          </p:cNvPr>
          <p:cNvSpPr>
            <a:spLocks noGrp="1"/>
          </p:cNvSpPr>
          <p:nvPr>
            <p:ph idx="1"/>
          </p:nvPr>
        </p:nvSpPr>
        <p:spPr/>
        <p:txBody>
          <a:bodyPr>
            <a:normAutofit/>
          </a:bodyPr>
          <a:lstStyle/>
          <a:p>
            <a:r>
              <a:rPr lang="en-CA" dirty="0"/>
              <a:t>Emma’s scenario is different from Jack’s scenario in that it describes a common and well-understood process rather than something new. </a:t>
            </a:r>
          </a:p>
          <a:p>
            <a:r>
              <a:rPr lang="en-CA" dirty="0"/>
              <a:t>Emma is an </a:t>
            </a:r>
            <a:r>
              <a:rPr lang="en-CA"/>
              <a:t>e-learning sceptic, </a:t>
            </a:r>
            <a:r>
              <a:rPr lang="en-CA" dirty="0"/>
              <a:t>and she is not interested in innovative applications. She wants a system that will make her life easier and reduce the amount of routine administration that she has to do.</a:t>
            </a:r>
          </a:p>
          <a:p>
            <a:r>
              <a:rPr lang="en-CA" dirty="0"/>
              <a:t>The scenario discusses how parts of the process (setting up an email group and web page) are automated by the </a:t>
            </a:r>
            <a:r>
              <a:rPr lang="en-CA" dirty="0" err="1"/>
              <a:t>iLearn</a:t>
            </a:r>
            <a:r>
              <a:rPr lang="en-CA" dirty="0"/>
              <a:t> system. </a:t>
            </a:r>
          </a:p>
          <a:p>
            <a:endParaRPr lang="en-CA" dirty="0"/>
          </a:p>
        </p:txBody>
      </p:sp>
    </p:spTree>
    <p:extLst>
      <p:ext uri="{BB962C8B-B14F-4D97-AF65-F5344CB8AC3E}">
        <p14:creationId xmlns:p14="http://schemas.microsoft.com/office/powerpoint/2010/main" val="1448803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76662-2524-25C6-325C-5B8094CF93B2}"/>
              </a:ext>
            </a:extLst>
          </p:cNvPr>
          <p:cNvSpPr>
            <a:spLocks noGrp="1"/>
          </p:cNvSpPr>
          <p:nvPr>
            <p:ph type="title"/>
          </p:nvPr>
        </p:nvSpPr>
        <p:spPr/>
        <p:txBody>
          <a:bodyPr/>
          <a:lstStyle/>
          <a:p>
            <a:r>
              <a:rPr lang="en-CA" dirty="0"/>
              <a:t>Emma’s scenario: Using </a:t>
            </a:r>
            <a:r>
              <a:rPr lang="en-CA" dirty="0" err="1"/>
              <a:t>iLearn</a:t>
            </a:r>
            <a:r>
              <a:rPr lang="en-CA" dirty="0"/>
              <a:t> for administration </a:t>
            </a:r>
          </a:p>
        </p:txBody>
      </p:sp>
      <p:sp>
        <p:nvSpPr>
          <p:cNvPr id="3" name="Content Placeholder 2">
            <a:extLst>
              <a:ext uri="{FF2B5EF4-FFF2-40B4-BE49-F238E27FC236}">
                <a16:creationId xmlns:a16="http://schemas.microsoft.com/office/drawing/2014/main" id="{C1F82EB2-1D80-BB3E-1B0A-28F9EE72A2FF}"/>
              </a:ext>
            </a:extLst>
          </p:cNvPr>
          <p:cNvSpPr>
            <a:spLocks noGrp="1"/>
          </p:cNvSpPr>
          <p:nvPr>
            <p:ph idx="1"/>
          </p:nvPr>
        </p:nvSpPr>
        <p:spPr/>
        <p:txBody>
          <a:bodyPr>
            <a:normAutofit fontScale="85000" lnSpcReduction="20000"/>
          </a:bodyPr>
          <a:lstStyle/>
          <a:p>
            <a:pPr algn="l">
              <a:defRPr sz="2400"/>
            </a:pPr>
            <a:r>
              <a:rPr lang="en-CA" dirty="0"/>
              <a:t>She names the group and confirms that it should be created. The app sets up an icon on her </a:t>
            </a:r>
            <a:r>
              <a:rPr lang="en-CA" dirty="0" err="1"/>
              <a:t>iLearn</a:t>
            </a:r>
            <a:r>
              <a:rPr lang="en-CA" dirty="0"/>
              <a:t> screen to represent the group, creates an email alias for the group and asks Emma if she wishes to share the group. She shares access with everyone in the group, which means that they also see the icon on their screen. To avoid getting too many emails from students, restricts sharing of the email alias to Jamie and Claire.</a:t>
            </a:r>
          </a:p>
          <a:p>
            <a:pPr algn="l">
              <a:defRPr sz="2400"/>
            </a:pPr>
            <a:endParaRPr lang="en-CA" dirty="0"/>
          </a:p>
          <a:p>
            <a:pPr algn="l">
              <a:defRPr sz="2400"/>
            </a:pPr>
            <a:r>
              <a:rPr lang="en-CA" dirty="0"/>
              <a:t>The group management app then </a:t>
            </a:r>
            <a:r>
              <a:rPr lang="en-CA" dirty="0" err="1"/>
              <a:t>asksEmma</a:t>
            </a:r>
            <a:r>
              <a:rPr lang="en-CA" dirty="0"/>
              <a:t> if she wishes to set up a group web page, wiki and blog. Emma confirms that a web page should be created and she types some text to be included on that page.</a:t>
            </a:r>
          </a:p>
          <a:p>
            <a:pPr algn="l">
              <a:defRPr sz="2400"/>
            </a:pPr>
            <a:endParaRPr lang="en-CA" dirty="0"/>
          </a:p>
          <a:p>
            <a:pPr algn="l">
              <a:defRPr sz="2400"/>
            </a:pPr>
            <a:r>
              <a:rPr lang="en-CA" dirty="0"/>
              <a:t>She then accesses </a:t>
            </a:r>
            <a:r>
              <a:rPr lang="en-CA" dirty="0" err="1"/>
              <a:t>flickr</a:t>
            </a:r>
            <a:r>
              <a:rPr lang="en-CA" dirty="0"/>
              <a:t> using the icon on her screen, logs in and creates a private group to share trip photos that students and teachers have taken. She uploads some of her own photos from previous trips and emails an invitation to join the photo-sharing group to the Battlefield email list. Emma uploads material from her own laptop that she has written about the trip to </a:t>
            </a:r>
            <a:r>
              <a:rPr lang="en-CA" dirty="0" err="1"/>
              <a:t>iLearn</a:t>
            </a:r>
            <a:r>
              <a:rPr lang="en-CA" dirty="0"/>
              <a:t> and shares this with the ‘Battlefields Group’. This action adds her documents to the web page and generates an alert to group members that new material is available. </a:t>
            </a:r>
          </a:p>
        </p:txBody>
      </p:sp>
    </p:spTree>
    <p:extLst>
      <p:ext uri="{BB962C8B-B14F-4D97-AF65-F5344CB8AC3E}">
        <p14:creationId xmlns:p14="http://schemas.microsoft.com/office/powerpoint/2010/main" val="1477398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76662-2524-25C6-325C-5B8094CF93B2}"/>
              </a:ext>
            </a:extLst>
          </p:cNvPr>
          <p:cNvSpPr>
            <a:spLocks noGrp="1"/>
          </p:cNvSpPr>
          <p:nvPr>
            <p:ph type="title"/>
          </p:nvPr>
        </p:nvSpPr>
        <p:spPr/>
        <p:txBody>
          <a:bodyPr/>
          <a:lstStyle/>
          <a:p>
            <a:r>
              <a:rPr lang="en-CA" dirty="0"/>
              <a:t>Emma’s scenario: Using </a:t>
            </a:r>
            <a:r>
              <a:rPr lang="en-CA" dirty="0" err="1"/>
              <a:t>iLearn</a:t>
            </a:r>
            <a:r>
              <a:rPr lang="en-CA" dirty="0"/>
              <a:t> for administration </a:t>
            </a:r>
          </a:p>
        </p:txBody>
      </p:sp>
      <p:sp>
        <p:nvSpPr>
          <p:cNvPr id="3" name="Content Placeholder 2">
            <a:extLst>
              <a:ext uri="{FF2B5EF4-FFF2-40B4-BE49-F238E27FC236}">
                <a16:creationId xmlns:a16="http://schemas.microsoft.com/office/drawing/2014/main" id="{C1F82EB2-1D80-BB3E-1B0A-28F9EE72A2FF}"/>
              </a:ext>
            </a:extLst>
          </p:cNvPr>
          <p:cNvSpPr>
            <a:spLocks noGrp="1"/>
          </p:cNvSpPr>
          <p:nvPr>
            <p:ph idx="1"/>
          </p:nvPr>
        </p:nvSpPr>
        <p:spPr/>
        <p:txBody>
          <a:bodyPr>
            <a:normAutofit fontScale="77500" lnSpcReduction="20000"/>
          </a:bodyPr>
          <a:lstStyle/>
          <a:p>
            <a:pPr algn="l">
              <a:defRPr sz="2400"/>
            </a:pPr>
            <a:r>
              <a:rPr lang="en-CA" dirty="0"/>
              <a:t>Emma is teaching the history of the First World War to a class of 14 year olds (S3). A group of S3 students are visiting the historic World War One battlefields in northern France. She want to set up a ‘battlefields group’ where the students who are attending the trip can share their research about the places they are visiting as well as their pictures and thoughts about the visit.</a:t>
            </a:r>
          </a:p>
          <a:p>
            <a:pPr algn="l">
              <a:defRPr sz="2400"/>
            </a:pPr>
            <a:endParaRPr lang="en-CA" dirty="0"/>
          </a:p>
          <a:p>
            <a:pPr algn="l">
              <a:defRPr sz="2400"/>
            </a:pPr>
            <a:r>
              <a:rPr lang="en-CA" dirty="0"/>
              <a:t>From home, she logs onto the </a:t>
            </a:r>
            <a:r>
              <a:rPr lang="en-CA" dirty="0" err="1"/>
              <a:t>iLearn</a:t>
            </a:r>
            <a:r>
              <a:rPr lang="en-CA" dirty="0"/>
              <a:t> system </a:t>
            </a:r>
            <a:r>
              <a:rPr lang="en-CA" dirty="0" err="1"/>
              <a:t>system</a:t>
            </a:r>
            <a:r>
              <a:rPr lang="en-CA" dirty="0"/>
              <a:t> using her Google account credentials. Emma has two </a:t>
            </a:r>
            <a:r>
              <a:rPr lang="en-CA" dirty="0" err="1"/>
              <a:t>iLearn</a:t>
            </a:r>
            <a:r>
              <a:rPr lang="en-CA" dirty="0"/>
              <a:t> accounts – her teacher account and a parent account associated with the local primary school. The system recognises that she is a multiple account owner and asks her to select the account to be used. She chooses the teacher account and the system generates her personal welcome screen. As well as her selected applications, this also shows management apps that help teachers create and manage student groups. </a:t>
            </a:r>
          </a:p>
          <a:p>
            <a:pPr algn="l">
              <a:defRPr sz="2400"/>
            </a:pPr>
            <a:endParaRPr lang="en-CA" dirty="0"/>
          </a:p>
          <a:p>
            <a:pPr algn="l">
              <a:defRPr sz="2400"/>
            </a:pPr>
            <a:r>
              <a:rPr lang="en-CA" dirty="0"/>
              <a:t>Emma selects the ‘group management’ app, which recognizes her role and school from her identity information and creates a new group. The system prompts for the class year (S3) and subject (history) and automatically populates the new group with all S3 students who are studying history. She selects those students going on the trip and adds her teacher colleagues, Jamie and Claire, to the group.</a:t>
            </a:r>
          </a:p>
          <a:p>
            <a:endParaRPr lang="en-CA" dirty="0"/>
          </a:p>
        </p:txBody>
      </p:sp>
    </p:spTree>
    <p:extLst>
      <p:ext uri="{BB962C8B-B14F-4D97-AF65-F5344CB8AC3E}">
        <p14:creationId xmlns:p14="http://schemas.microsoft.com/office/powerpoint/2010/main" val="1986149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Figure 3.6 User stories from Emma’s scenario"/>
          <p:cNvSpPr txBox="1">
            <a:spLocks noGrp="1"/>
          </p:cNvSpPr>
          <p:nvPr>
            <p:ph type="title"/>
          </p:nvPr>
        </p:nvSpPr>
        <p:spPr>
          <a:prstGeom prst="rect">
            <a:avLst/>
          </a:prstGeom>
        </p:spPr>
        <p:txBody>
          <a:bodyPr/>
          <a:lstStyle/>
          <a:p>
            <a:r>
              <a:t>Figure 3.6 User stories from Emma’s scenario</a:t>
            </a:r>
          </a:p>
        </p:txBody>
      </p:sp>
      <p:sp>
        <p:nvSpPr>
          <p:cNvPr id="19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40</a:t>
            </a:fld>
            <a:endParaRPr/>
          </a:p>
        </p:txBody>
      </p:sp>
      <p:pic>
        <p:nvPicPr>
          <p:cNvPr id="3" name="Picture 2">
            <a:extLst>
              <a:ext uri="{FF2B5EF4-FFF2-40B4-BE49-F238E27FC236}">
                <a16:creationId xmlns:a16="http://schemas.microsoft.com/office/drawing/2014/main" id="{B0FD93B4-6272-7E4D-B6C1-88136B20FF44}"/>
              </a:ext>
            </a:extLst>
          </p:cNvPr>
          <p:cNvPicPr>
            <a:picLocks noChangeAspect="1"/>
          </p:cNvPicPr>
          <p:nvPr/>
        </p:nvPicPr>
        <p:blipFill rotWithShape="1">
          <a:blip r:embed="rId2">
            <a:extLst>
              <a:ext uri="{28A0092B-C50C-407E-A947-70E740481C1C}">
                <a14:useLocalDpi xmlns:a14="http://schemas.microsoft.com/office/drawing/2010/main" val="0"/>
              </a:ext>
            </a:extLst>
          </a:blip>
          <a:srcRect t="9129" b="52359"/>
          <a:stretch/>
        </p:blipFill>
        <p:spPr>
          <a:xfrm>
            <a:off x="1920346" y="1032915"/>
            <a:ext cx="8718995" cy="4795682"/>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4413</TotalTime>
  <Words>4271</Words>
  <Application>Microsoft Office PowerPoint</Application>
  <PresentationFormat>Widescreen</PresentationFormat>
  <Paragraphs>257</Paragraphs>
  <Slides>40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Arial</vt:lpstr>
      <vt:lpstr>Calibri</vt:lpstr>
      <vt:lpstr>Office Theme</vt:lpstr>
      <vt:lpstr>Features, Scenarios and Stories</vt:lpstr>
      <vt:lpstr>Overview</vt:lpstr>
      <vt:lpstr>Key component in product designs</vt:lpstr>
      <vt:lpstr>Software Features </vt:lpstr>
      <vt:lpstr>How to build feature list?</vt:lpstr>
      <vt:lpstr>Feature Description </vt:lpstr>
      <vt:lpstr>Feature Description Example</vt:lpstr>
      <vt:lpstr>One way of representing users: Personas</vt:lpstr>
      <vt:lpstr>Persona descriptions </vt:lpstr>
      <vt:lpstr>Driving persona </vt:lpstr>
      <vt:lpstr>Persona Descriptions </vt:lpstr>
      <vt:lpstr>Personal Example</vt:lpstr>
      <vt:lpstr>Benefits of Persona</vt:lpstr>
      <vt:lpstr>Scenarios</vt:lpstr>
      <vt:lpstr>Using ilearn: Learning management system for class project</vt:lpstr>
      <vt:lpstr>Elements of Scenario description</vt:lpstr>
      <vt:lpstr>Writing Scenarios</vt:lpstr>
      <vt:lpstr>User involvement strategies and challenges</vt:lpstr>
      <vt:lpstr>User Stories </vt:lpstr>
      <vt:lpstr>User stories in planning</vt:lpstr>
      <vt:lpstr>Example: System backup and restoration</vt:lpstr>
      <vt:lpstr>User stories describing the group feature </vt:lpstr>
      <vt:lpstr>Feature Derivation</vt:lpstr>
      <vt:lpstr>Product Vision</vt:lpstr>
      <vt:lpstr>Derived Features from Product Vision</vt:lpstr>
      <vt:lpstr>Scenario </vt:lpstr>
      <vt:lpstr>Derived Features from Scenario</vt:lpstr>
      <vt:lpstr>Feature List </vt:lpstr>
      <vt:lpstr>Authentication Feature example </vt:lpstr>
      <vt:lpstr>Feature Example: Group Management Interface</vt:lpstr>
      <vt:lpstr>Feature Example: Group Management Interface</vt:lpstr>
      <vt:lpstr>Innovation and feature identification</vt:lpstr>
      <vt:lpstr>From personas, to Scenarios, Features and Stories</vt:lpstr>
      <vt:lpstr>Takeaways!</vt:lpstr>
      <vt:lpstr>Takeaways!</vt:lpstr>
      <vt:lpstr>More Examples</vt:lpstr>
      <vt:lpstr>Emma’s Scenario</vt:lpstr>
      <vt:lpstr>Emma’s scenario: Using iLearn for administration </vt:lpstr>
      <vt:lpstr>Emma’s scenario: Using iLearn for administration </vt:lpstr>
      <vt:lpstr>Figure 3.6 User stories from Emma’s scenario</vt:lpstr>
    </vt:vector>
  </TitlesOfParts>
  <Company>BCIT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Riahi</dc:creator>
  <cp:lastModifiedBy>Fatemeh Riahi</cp:lastModifiedBy>
  <cp:revision>1</cp:revision>
  <dcterms:created xsi:type="dcterms:W3CDTF">2024-08-30T20:10:17Z</dcterms:created>
  <dcterms:modified xsi:type="dcterms:W3CDTF">2025-01-16T21:19:44Z</dcterms:modified>
</cp:coreProperties>
</file>